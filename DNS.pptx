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5" r:id="rId10"/>
    <p:sldId id="263" r:id="rId11"/>
    <p:sldId id="266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ndeep j0352" initials="sj" lastIdx="1" clrIdx="0">
    <p:extLst>
      <p:ext uri="{19B8F6BF-5375-455C-9EA6-DF929625EA0E}">
        <p15:presenceInfo xmlns:p15="http://schemas.microsoft.com/office/powerpoint/2012/main" userId="3443e0e081d049d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deep j0352" userId="3443e0e081d049d0" providerId="LiveId" clId="{8AA71521-CC9E-45D0-89B0-3CEAA634A6A5}"/>
    <pc:docChg chg="undo custSel addSld delSld modSld sldOrd modShowInfo">
      <pc:chgData name="sandeep j0352" userId="3443e0e081d049d0" providerId="LiveId" clId="{8AA71521-CC9E-45D0-89B0-3CEAA634A6A5}" dt="2025-03-19T03:11:44.357" v="7128" actId="22"/>
      <pc:docMkLst>
        <pc:docMk/>
      </pc:docMkLst>
      <pc:sldChg chg="modTransition">
        <pc:chgData name="sandeep j0352" userId="3443e0e081d049d0" providerId="LiveId" clId="{8AA71521-CC9E-45D0-89B0-3CEAA634A6A5}" dt="2025-03-14T08:16:33.415" v="6981"/>
        <pc:sldMkLst>
          <pc:docMk/>
          <pc:sldMk cId="2327244002" sldId="256"/>
        </pc:sldMkLst>
      </pc:sldChg>
      <pc:sldChg chg="addSp delSp modSp new mod modTransition">
        <pc:chgData name="sandeep j0352" userId="3443e0e081d049d0" providerId="LiveId" clId="{8AA71521-CC9E-45D0-89B0-3CEAA634A6A5}" dt="2025-03-14T08:16:33.415" v="6981"/>
        <pc:sldMkLst>
          <pc:docMk/>
          <pc:sldMk cId="1046887782" sldId="257"/>
        </pc:sldMkLst>
        <pc:spChg chg="add mod">
          <ac:chgData name="sandeep j0352" userId="3443e0e081d049d0" providerId="LiveId" clId="{8AA71521-CC9E-45D0-89B0-3CEAA634A6A5}" dt="2025-02-23T06:50:43.267" v="863" actId="1076"/>
          <ac:spMkLst>
            <pc:docMk/>
            <pc:sldMk cId="1046887782" sldId="257"/>
            <ac:spMk id="4" creationId="{8FBCEF2A-2568-5607-A57B-8FE9614935E7}"/>
          </ac:spMkLst>
        </pc:spChg>
        <pc:spChg chg="add mod">
          <ac:chgData name="sandeep j0352" userId="3443e0e081d049d0" providerId="LiveId" clId="{8AA71521-CC9E-45D0-89B0-3CEAA634A6A5}" dt="2025-02-23T06:59:07.798" v="1079" actId="1076"/>
          <ac:spMkLst>
            <pc:docMk/>
            <pc:sldMk cId="1046887782" sldId="257"/>
            <ac:spMk id="6" creationId="{1422182B-F5E5-1B59-EED8-676BAF86C7D6}"/>
          </ac:spMkLst>
        </pc:spChg>
        <pc:spChg chg="add mod">
          <ac:chgData name="sandeep j0352" userId="3443e0e081d049d0" providerId="LiveId" clId="{8AA71521-CC9E-45D0-89B0-3CEAA634A6A5}" dt="2025-02-23T06:59:11.944" v="1080" actId="1076"/>
          <ac:spMkLst>
            <pc:docMk/>
            <pc:sldMk cId="1046887782" sldId="257"/>
            <ac:spMk id="7" creationId="{F7AA115E-80C2-ABC3-B425-ED5104FC81B9}"/>
          </ac:spMkLst>
        </pc:spChg>
        <pc:spChg chg="add mod">
          <ac:chgData name="sandeep j0352" userId="3443e0e081d049d0" providerId="LiveId" clId="{8AA71521-CC9E-45D0-89B0-3CEAA634A6A5}" dt="2025-02-23T06:49:12.518" v="751" actId="1076"/>
          <ac:spMkLst>
            <pc:docMk/>
            <pc:sldMk cId="1046887782" sldId="257"/>
            <ac:spMk id="10" creationId="{CCD81D5B-7A74-E815-4655-95566BF48E5D}"/>
          </ac:spMkLst>
        </pc:spChg>
        <pc:spChg chg="add mod">
          <ac:chgData name="sandeep j0352" userId="3443e0e081d049d0" providerId="LiveId" clId="{8AA71521-CC9E-45D0-89B0-3CEAA634A6A5}" dt="2025-02-23T07:00:30.373" v="1091" actId="1076"/>
          <ac:spMkLst>
            <pc:docMk/>
            <pc:sldMk cId="1046887782" sldId="257"/>
            <ac:spMk id="11" creationId="{73422805-FFFE-4426-72FF-5F9BBE013BF4}"/>
          </ac:spMkLst>
        </pc:spChg>
        <pc:spChg chg="add mod">
          <ac:chgData name="sandeep j0352" userId="3443e0e081d049d0" providerId="LiveId" clId="{8AA71521-CC9E-45D0-89B0-3CEAA634A6A5}" dt="2025-02-23T06:54:41.584" v="936" actId="1076"/>
          <ac:spMkLst>
            <pc:docMk/>
            <pc:sldMk cId="1046887782" sldId="257"/>
            <ac:spMk id="12" creationId="{7293FCE8-C732-1FA2-7E9A-0A656F9886E1}"/>
          </ac:spMkLst>
        </pc:spChg>
        <pc:spChg chg="add mod">
          <ac:chgData name="sandeep j0352" userId="3443e0e081d049d0" providerId="LiveId" clId="{8AA71521-CC9E-45D0-89B0-3CEAA634A6A5}" dt="2025-02-23T07:01:19.790" v="1103" actId="1076"/>
          <ac:spMkLst>
            <pc:docMk/>
            <pc:sldMk cId="1046887782" sldId="257"/>
            <ac:spMk id="13" creationId="{380DC268-637E-7BE7-50E7-FCEF5827F336}"/>
          </ac:spMkLst>
        </pc:spChg>
        <pc:spChg chg="add mod">
          <ac:chgData name="sandeep j0352" userId="3443e0e081d049d0" providerId="LiveId" clId="{8AA71521-CC9E-45D0-89B0-3CEAA634A6A5}" dt="2025-02-23T06:54:45.953" v="937" actId="1076"/>
          <ac:spMkLst>
            <pc:docMk/>
            <pc:sldMk cId="1046887782" sldId="257"/>
            <ac:spMk id="14" creationId="{9EF6BEFC-89F1-AB81-32E1-03E9518D6778}"/>
          </ac:spMkLst>
        </pc:spChg>
        <pc:spChg chg="add mod">
          <ac:chgData name="sandeep j0352" userId="3443e0e081d049d0" providerId="LiveId" clId="{8AA71521-CC9E-45D0-89B0-3CEAA634A6A5}" dt="2025-02-23T07:30:08.354" v="1730" actId="1076"/>
          <ac:spMkLst>
            <pc:docMk/>
            <pc:sldMk cId="1046887782" sldId="257"/>
            <ac:spMk id="32" creationId="{0253A4A3-FD3B-1587-5F48-FBB4ECD818DA}"/>
          </ac:spMkLst>
        </pc:spChg>
        <pc:spChg chg="add mod">
          <ac:chgData name="sandeep j0352" userId="3443e0e081d049d0" providerId="LiveId" clId="{8AA71521-CC9E-45D0-89B0-3CEAA634A6A5}" dt="2025-02-23T06:59:15.861" v="1081" actId="1076"/>
          <ac:spMkLst>
            <pc:docMk/>
            <pc:sldMk cId="1046887782" sldId="257"/>
            <ac:spMk id="37" creationId="{ADC75787-C2C1-6178-FB58-6DF27374F4DF}"/>
          </ac:spMkLst>
        </pc:spChg>
        <pc:spChg chg="add mod">
          <ac:chgData name="sandeep j0352" userId="3443e0e081d049d0" providerId="LiveId" clId="{8AA71521-CC9E-45D0-89B0-3CEAA634A6A5}" dt="2025-02-23T07:00:03.562" v="1087" actId="1076"/>
          <ac:spMkLst>
            <pc:docMk/>
            <pc:sldMk cId="1046887782" sldId="257"/>
            <ac:spMk id="38" creationId="{D7EC514F-90AE-2569-9847-B1339965249B}"/>
          </ac:spMkLst>
        </pc:spChg>
        <pc:spChg chg="add mod">
          <ac:chgData name="sandeep j0352" userId="3443e0e081d049d0" providerId="LiveId" clId="{8AA71521-CC9E-45D0-89B0-3CEAA634A6A5}" dt="2025-02-23T07:05:40.610" v="1166" actId="1076"/>
          <ac:spMkLst>
            <pc:docMk/>
            <pc:sldMk cId="1046887782" sldId="257"/>
            <ac:spMk id="40" creationId="{8C1239B8-28FA-F2C1-03F3-55D880C6ECF4}"/>
          </ac:spMkLst>
        </pc:spChg>
        <pc:spChg chg="add mod">
          <ac:chgData name="sandeep j0352" userId="3443e0e081d049d0" providerId="LiveId" clId="{8AA71521-CC9E-45D0-89B0-3CEAA634A6A5}" dt="2025-02-23T07:00:20.983" v="1089" actId="1076"/>
          <ac:spMkLst>
            <pc:docMk/>
            <pc:sldMk cId="1046887782" sldId="257"/>
            <ac:spMk id="41" creationId="{FBF096D6-DA06-B0C1-C659-F08656755990}"/>
          </ac:spMkLst>
        </pc:spChg>
        <pc:spChg chg="add mod">
          <ac:chgData name="sandeep j0352" userId="3443e0e081d049d0" providerId="LiveId" clId="{8AA71521-CC9E-45D0-89B0-3CEAA634A6A5}" dt="2025-02-23T07:00:43.005" v="1093" actId="1076"/>
          <ac:spMkLst>
            <pc:docMk/>
            <pc:sldMk cId="1046887782" sldId="257"/>
            <ac:spMk id="52" creationId="{53F43C36-0D0C-69F4-8DAA-F2F8A2BD7D33}"/>
          </ac:spMkLst>
        </pc:spChg>
        <pc:spChg chg="add mod">
          <ac:chgData name="sandeep j0352" userId="3443e0e081d049d0" providerId="LiveId" clId="{8AA71521-CC9E-45D0-89B0-3CEAA634A6A5}" dt="2025-02-23T07:02:37.332" v="1116" actId="1076"/>
          <ac:spMkLst>
            <pc:docMk/>
            <pc:sldMk cId="1046887782" sldId="257"/>
            <ac:spMk id="58" creationId="{8D3F0B76-274C-5EE1-5CB1-E4DB7F5E63B7}"/>
          </ac:spMkLst>
        </pc:spChg>
        <pc:spChg chg="add mod">
          <ac:chgData name="sandeep j0352" userId="3443e0e081d049d0" providerId="LiveId" clId="{8AA71521-CC9E-45D0-89B0-3CEAA634A6A5}" dt="2025-02-23T07:11:49.174" v="1261" actId="1076"/>
          <ac:spMkLst>
            <pc:docMk/>
            <pc:sldMk cId="1046887782" sldId="257"/>
            <ac:spMk id="61" creationId="{63CF7278-5507-1A9C-503C-F4E508BA7A19}"/>
          </ac:spMkLst>
        </pc:spChg>
        <pc:spChg chg="add mod">
          <ac:chgData name="sandeep j0352" userId="3443e0e081d049d0" providerId="LiveId" clId="{8AA71521-CC9E-45D0-89B0-3CEAA634A6A5}" dt="2025-02-23T07:30:20.585" v="1734" actId="14100"/>
          <ac:spMkLst>
            <pc:docMk/>
            <pc:sldMk cId="1046887782" sldId="257"/>
            <ac:spMk id="71" creationId="{BF898AE1-9A51-A641-3617-9BCAA9A49690}"/>
          </ac:spMkLst>
        </pc:spChg>
        <pc:spChg chg="add mod">
          <ac:chgData name="sandeep j0352" userId="3443e0e081d049d0" providerId="LiveId" clId="{8AA71521-CC9E-45D0-89B0-3CEAA634A6A5}" dt="2025-02-23T07:30:49.350" v="1738" actId="403"/>
          <ac:spMkLst>
            <pc:docMk/>
            <pc:sldMk cId="1046887782" sldId="257"/>
            <ac:spMk id="93" creationId="{6696AC1D-39E9-8490-0808-6342FD43F0FF}"/>
          </ac:spMkLst>
        </pc:spChg>
        <pc:spChg chg="add del mod">
          <ac:chgData name="sandeep j0352" userId="3443e0e081d049d0" providerId="LiveId" clId="{8AA71521-CC9E-45D0-89B0-3CEAA634A6A5}" dt="2025-02-23T07:13:25.906" v="1275" actId="21"/>
          <ac:spMkLst>
            <pc:docMk/>
            <pc:sldMk cId="1046887782" sldId="257"/>
            <ac:spMk id="109" creationId="{3F46AF1D-272A-6A3F-894C-E3C59C03CFFB}"/>
          </ac:spMkLst>
        </pc:spChg>
        <pc:spChg chg="add mod">
          <ac:chgData name="sandeep j0352" userId="3443e0e081d049d0" providerId="LiveId" clId="{8AA71521-CC9E-45D0-89B0-3CEAA634A6A5}" dt="2025-02-23T07:17:28.149" v="1334" actId="1076"/>
          <ac:spMkLst>
            <pc:docMk/>
            <pc:sldMk cId="1046887782" sldId="257"/>
            <ac:spMk id="114" creationId="{F5C12B9C-F265-0C78-8E92-D5E58F26700D}"/>
          </ac:spMkLst>
        </pc:spChg>
        <pc:spChg chg="add mod">
          <ac:chgData name="sandeep j0352" userId="3443e0e081d049d0" providerId="LiveId" clId="{8AA71521-CC9E-45D0-89B0-3CEAA634A6A5}" dt="2025-02-23T07:17:29.673" v="1335" actId="1076"/>
          <ac:spMkLst>
            <pc:docMk/>
            <pc:sldMk cId="1046887782" sldId="257"/>
            <ac:spMk id="137" creationId="{6C084FC4-8FEB-92E1-A89C-DCBCB3C74DE4}"/>
          </ac:spMkLst>
        </pc:spChg>
        <pc:spChg chg="add mod">
          <ac:chgData name="sandeep j0352" userId="3443e0e081d049d0" providerId="LiveId" clId="{8AA71521-CC9E-45D0-89B0-3CEAA634A6A5}" dt="2025-02-23T07:30:24.729" v="1735" actId="1076"/>
          <ac:spMkLst>
            <pc:docMk/>
            <pc:sldMk cId="1046887782" sldId="257"/>
            <ac:spMk id="167" creationId="{5F3027D0-8C68-C593-2535-387FD11E02A3}"/>
          </ac:spMkLst>
        </pc:spChg>
        <pc:spChg chg="add mod">
          <ac:chgData name="sandeep j0352" userId="3443e0e081d049d0" providerId="LiveId" clId="{8AA71521-CC9E-45D0-89B0-3CEAA634A6A5}" dt="2025-02-23T07:32:07.577" v="1782" actId="113"/>
          <ac:spMkLst>
            <pc:docMk/>
            <pc:sldMk cId="1046887782" sldId="257"/>
            <ac:spMk id="171" creationId="{A5A49930-1B5B-45C9-1EC5-503B6A2BA71E}"/>
          </ac:spMkLst>
        </pc:spChg>
        <pc:cxnChg chg="add mod">
          <ac:chgData name="sandeep j0352" userId="3443e0e081d049d0" providerId="LiveId" clId="{8AA71521-CC9E-45D0-89B0-3CEAA634A6A5}" dt="2025-02-23T07:01:19.790" v="1103" actId="1076"/>
          <ac:cxnSpMkLst>
            <pc:docMk/>
            <pc:sldMk cId="1046887782" sldId="257"/>
            <ac:cxnSpMk id="18" creationId="{8094BA16-80C7-F3F9-F092-CD3200E3AC48}"/>
          </ac:cxnSpMkLst>
        </pc:cxnChg>
        <pc:cxnChg chg="add mod">
          <ac:chgData name="sandeep j0352" userId="3443e0e081d049d0" providerId="LiveId" clId="{8AA71521-CC9E-45D0-89B0-3CEAA634A6A5}" dt="2025-02-23T07:00:03.562" v="1087" actId="1076"/>
          <ac:cxnSpMkLst>
            <pc:docMk/>
            <pc:sldMk cId="1046887782" sldId="257"/>
            <ac:cxnSpMk id="19" creationId="{AFC214FB-246D-3F45-5782-91A69487F6C9}"/>
          </ac:cxnSpMkLst>
        </pc:cxnChg>
        <pc:cxnChg chg="add mod">
          <ac:chgData name="sandeep j0352" userId="3443e0e081d049d0" providerId="LiveId" clId="{8AA71521-CC9E-45D0-89B0-3CEAA634A6A5}" dt="2025-02-23T06:59:11.944" v="1080" actId="1076"/>
          <ac:cxnSpMkLst>
            <pc:docMk/>
            <pc:sldMk cId="1046887782" sldId="257"/>
            <ac:cxnSpMk id="24" creationId="{C0B9ED23-6929-9290-72DD-1D525BAD0F5B}"/>
          </ac:cxnSpMkLst>
        </pc:cxnChg>
        <pc:cxnChg chg="add mod">
          <ac:chgData name="sandeep j0352" userId="3443e0e081d049d0" providerId="LiveId" clId="{8AA71521-CC9E-45D0-89B0-3CEAA634A6A5}" dt="2025-02-23T06:59:07.798" v="1079" actId="1076"/>
          <ac:cxnSpMkLst>
            <pc:docMk/>
            <pc:sldMk cId="1046887782" sldId="257"/>
            <ac:cxnSpMk id="34" creationId="{3E6CA762-F675-6B60-45C9-7D652BA6C8BD}"/>
          </ac:cxnSpMkLst>
        </pc:cxnChg>
        <pc:cxnChg chg="add mod">
          <ac:chgData name="sandeep j0352" userId="3443e0e081d049d0" providerId="LiveId" clId="{8AA71521-CC9E-45D0-89B0-3CEAA634A6A5}" dt="2025-02-23T07:00:20.983" v="1089" actId="1076"/>
          <ac:cxnSpMkLst>
            <pc:docMk/>
            <pc:sldMk cId="1046887782" sldId="257"/>
            <ac:cxnSpMk id="44" creationId="{CFD28A2B-6D16-CBE6-13DD-D00124926274}"/>
          </ac:cxnSpMkLst>
        </pc:cxnChg>
        <pc:cxnChg chg="add mod">
          <ac:chgData name="sandeep j0352" userId="3443e0e081d049d0" providerId="LiveId" clId="{8AA71521-CC9E-45D0-89B0-3CEAA634A6A5}" dt="2025-02-23T07:00:43.005" v="1093" actId="1076"/>
          <ac:cxnSpMkLst>
            <pc:docMk/>
            <pc:sldMk cId="1046887782" sldId="257"/>
            <ac:cxnSpMk id="55" creationId="{97F36972-EE15-4C7E-91F5-A98600956C75}"/>
          </ac:cxnSpMkLst>
        </pc:cxnChg>
        <pc:cxnChg chg="add mod">
          <ac:chgData name="sandeep j0352" userId="3443e0e081d049d0" providerId="LiveId" clId="{8AA71521-CC9E-45D0-89B0-3CEAA634A6A5}" dt="2025-02-23T07:01:19.790" v="1103" actId="1076"/>
          <ac:cxnSpMkLst>
            <pc:docMk/>
            <pc:sldMk cId="1046887782" sldId="257"/>
            <ac:cxnSpMk id="62" creationId="{2E3D98BB-02D3-BF1B-5466-1B46910E5CAC}"/>
          </ac:cxnSpMkLst>
        </pc:cxnChg>
        <pc:cxnChg chg="add mod">
          <ac:chgData name="sandeep j0352" userId="3443e0e081d049d0" providerId="LiveId" clId="{8AA71521-CC9E-45D0-89B0-3CEAA634A6A5}" dt="2025-02-23T06:59:07.798" v="1079" actId="1076"/>
          <ac:cxnSpMkLst>
            <pc:docMk/>
            <pc:sldMk cId="1046887782" sldId="257"/>
            <ac:cxnSpMk id="65" creationId="{A1D0E3FD-9BC9-7188-3364-04EE78C0751B}"/>
          </ac:cxnSpMkLst>
        </pc:cxnChg>
        <pc:cxnChg chg="add mod">
          <ac:chgData name="sandeep j0352" userId="3443e0e081d049d0" providerId="LiveId" clId="{8AA71521-CC9E-45D0-89B0-3CEAA634A6A5}" dt="2025-02-23T06:59:07.798" v="1079" actId="1076"/>
          <ac:cxnSpMkLst>
            <pc:docMk/>
            <pc:sldMk cId="1046887782" sldId="257"/>
            <ac:cxnSpMk id="66" creationId="{1889DD44-D1C2-9F7E-1254-053CB6C4CE2F}"/>
          </ac:cxnSpMkLst>
        </pc:cxnChg>
        <pc:cxnChg chg="add mod">
          <ac:chgData name="sandeep j0352" userId="3443e0e081d049d0" providerId="LiveId" clId="{8AA71521-CC9E-45D0-89B0-3CEAA634A6A5}" dt="2025-02-23T07:11:54.623" v="1263" actId="14100"/>
          <ac:cxnSpMkLst>
            <pc:docMk/>
            <pc:sldMk cId="1046887782" sldId="257"/>
            <ac:cxnSpMk id="89" creationId="{7949D75F-FA87-81E8-F292-F4E04E811F60}"/>
          </ac:cxnSpMkLst>
        </pc:cxnChg>
        <pc:cxnChg chg="add mod">
          <ac:chgData name="sandeep j0352" userId="3443e0e081d049d0" providerId="LiveId" clId="{8AA71521-CC9E-45D0-89B0-3CEAA634A6A5}" dt="2025-02-23T07:30:20.585" v="1734" actId="14100"/>
          <ac:cxnSpMkLst>
            <pc:docMk/>
            <pc:sldMk cId="1046887782" sldId="257"/>
            <ac:cxnSpMk id="94" creationId="{17B524B2-ADCC-3378-495D-F9E5C7A5D11D}"/>
          </ac:cxnSpMkLst>
        </pc:cxnChg>
        <pc:cxnChg chg="add mod">
          <ac:chgData name="sandeep j0352" userId="3443e0e081d049d0" providerId="LiveId" clId="{8AA71521-CC9E-45D0-89B0-3CEAA634A6A5}" dt="2025-02-23T07:30:20.585" v="1734" actId="14100"/>
          <ac:cxnSpMkLst>
            <pc:docMk/>
            <pc:sldMk cId="1046887782" sldId="257"/>
            <ac:cxnSpMk id="97" creationId="{4F6C8DE7-F62F-DE5F-4040-2C46E5CC5186}"/>
          </ac:cxnSpMkLst>
        </pc:cxnChg>
        <pc:cxnChg chg="add mod">
          <ac:chgData name="sandeep j0352" userId="3443e0e081d049d0" providerId="LiveId" clId="{8AA71521-CC9E-45D0-89B0-3CEAA634A6A5}" dt="2025-02-23T07:31:49.453" v="1772" actId="1076"/>
          <ac:cxnSpMkLst>
            <pc:docMk/>
            <pc:sldMk cId="1046887782" sldId="257"/>
            <ac:cxnSpMk id="103" creationId="{8D9C7786-58C9-26ED-D376-07EF84D2751A}"/>
          </ac:cxnSpMkLst>
        </pc:cxnChg>
      </pc:sldChg>
      <pc:sldChg chg="modSp new mod modTransition">
        <pc:chgData name="sandeep j0352" userId="3443e0e081d049d0" providerId="LiveId" clId="{8AA71521-CC9E-45D0-89B0-3CEAA634A6A5}" dt="2025-03-14T08:16:33.415" v="6981"/>
        <pc:sldMkLst>
          <pc:docMk/>
          <pc:sldMk cId="870440215" sldId="258"/>
        </pc:sldMkLst>
        <pc:spChg chg="mod">
          <ac:chgData name="sandeep j0352" userId="3443e0e081d049d0" providerId="LiveId" clId="{8AA71521-CC9E-45D0-89B0-3CEAA634A6A5}" dt="2025-02-23T07:37:18.964" v="1832" actId="20577"/>
          <ac:spMkLst>
            <pc:docMk/>
            <pc:sldMk cId="870440215" sldId="258"/>
            <ac:spMk id="2" creationId="{DB61236D-3A8B-E2B1-8D47-00561EB2C13D}"/>
          </ac:spMkLst>
        </pc:spChg>
        <pc:spChg chg="mod">
          <ac:chgData name="sandeep j0352" userId="3443e0e081d049d0" providerId="LiveId" clId="{8AA71521-CC9E-45D0-89B0-3CEAA634A6A5}" dt="2025-02-23T07:38:24.599" v="1946" actId="14100"/>
          <ac:spMkLst>
            <pc:docMk/>
            <pc:sldMk cId="870440215" sldId="258"/>
            <ac:spMk id="3" creationId="{D0BE6998-805B-6703-A904-2800D4D0DD84}"/>
          </ac:spMkLst>
        </pc:spChg>
      </pc:sldChg>
      <pc:sldChg chg="addSp delSp modSp add mod modTransition">
        <pc:chgData name="sandeep j0352" userId="3443e0e081d049d0" providerId="LiveId" clId="{8AA71521-CC9E-45D0-89B0-3CEAA634A6A5}" dt="2025-03-14T08:16:33.415" v="6981"/>
        <pc:sldMkLst>
          <pc:docMk/>
          <pc:sldMk cId="2438285671" sldId="259"/>
        </pc:sldMkLst>
        <pc:spChg chg="mod">
          <ac:chgData name="sandeep j0352" userId="3443e0e081d049d0" providerId="LiveId" clId="{8AA71521-CC9E-45D0-89B0-3CEAA634A6A5}" dt="2025-02-23T08:37:44.345" v="1963" actId="20577"/>
          <ac:spMkLst>
            <pc:docMk/>
            <pc:sldMk cId="2438285671" sldId="259"/>
            <ac:spMk id="2" creationId="{0DAE820F-2989-50D0-F324-C38E059BE007}"/>
          </ac:spMkLst>
        </pc:spChg>
        <pc:spChg chg="add mod">
          <ac:chgData name="sandeep j0352" userId="3443e0e081d049d0" providerId="LiveId" clId="{8AA71521-CC9E-45D0-89B0-3CEAA634A6A5}" dt="2025-02-23T08:38:53.437" v="1971" actId="14100"/>
          <ac:spMkLst>
            <pc:docMk/>
            <pc:sldMk cId="2438285671" sldId="259"/>
            <ac:spMk id="6" creationId="{D4DE031B-1707-91F9-BC32-C96DD078077B}"/>
          </ac:spMkLst>
        </pc:spChg>
        <pc:spChg chg="add mod">
          <ac:chgData name="sandeep j0352" userId="3443e0e081d049d0" providerId="LiveId" clId="{8AA71521-CC9E-45D0-89B0-3CEAA634A6A5}" dt="2025-02-23T08:40:57.690" v="1981" actId="14100"/>
          <ac:spMkLst>
            <pc:docMk/>
            <pc:sldMk cId="2438285671" sldId="259"/>
            <ac:spMk id="7" creationId="{455E8E77-B5B6-B31C-9104-3F90B764CC5E}"/>
          </ac:spMkLst>
        </pc:spChg>
        <pc:spChg chg="add mod">
          <ac:chgData name="sandeep j0352" userId="3443e0e081d049d0" providerId="LiveId" clId="{8AA71521-CC9E-45D0-89B0-3CEAA634A6A5}" dt="2025-02-23T08:38:41.652" v="1969" actId="1076"/>
          <ac:spMkLst>
            <pc:docMk/>
            <pc:sldMk cId="2438285671" sldId="259"/>
            <ac:spMk id="8" creationId="{CF6FB24D-4583-EFC1-FAA8-023758495814}"/>
          </ac:spMkLst>
        </pc:spChg>
        <pc:graphicFrameChg chg="add mod">
          <ac:chgData name="sandeep j0352" userId="3443e0e081d049d0" providerId="LiveId" clId="{8AA71521-CC9E-45D0-89B0-3CEAA634A6A5}" dt="2025-02-23T08:43:12.170" v="1994" actId="14100"/>
          <ac:graphicFrameMkLst>
            <pc:docMk/>
            <pc:sldMk cId="2438285671" sldId="259"/>
            <ac:graphicFrameMk id="10" creationId="{17C2B848-3BB5-7D60-D32E-A57B63B26B9E}"/>
          </ac:graphicFrameMkLst>
        </pc:graphicFrameChg>
      </pc:sldChg>
      <pc:sldChg chg="addSp delSp modSp add mod modTransition modAnim">
        <pc:chgData name="sandeep j0352" userId="3443e0e081d049d0" providerId="LiveId" clId="{8AA71521-CC9E-45D0-89B0-3CEAA634A6A5}" dt="2025-03-14T08:20:51.603" v="6986"/>
        <pc:sldMkLst>
          <pc:docMk/>
          <pc:sldMk cId="313973170" sldId="260"/>
        </pc:sldMkLst>
        <pc:spChg chg="mod">
          <ac:chgData name="sandeep j0352" userId="3443e0e081d049d0" providerId="LiveId" clId="{8AA71521-CC9E-45D0-89B0-3CEAA634A6A5}" dt="2025-02-23T08:50:43.755" v="2432" actId="14861"/>
          <ac:spMkLst>
            <pc:docMk/>
            <pc:sldMk cId="313973170" sldId="260"/>
            <ac:spMk id="2" creationId="{4274BFB6-7DB3-910A-7597-5859F67D2C81}"/>
          </ac:spMkLst>
        </pc:spChg>
        <pc:graphicFrameChg chg="add del mod">
          <ac:chgData name="sandeep j0352" userId="3443e0e081d049d0" providerId="LiveId" clId="{8AA71521-CC9E-45D0-89B0-3CEAA634A6A5}" dt="2025-03-14T08:18:38.654" v="6985" actId="1076"/>
          <ac:graphicFrameMkLst>
            <pc:docMk/>
            <pc:sldMk cId="313973170" sldId="260"/>
            <ac:graphicFrameMk id="10" creationId="{C6A774EA-A30C-CDB0-5E93-F1DA5F470DDD}"/>
          </ac:graphicFrameMkLst>
        </pc:graphicFrameChg>
      </pc:sldChg>
      <pc:sldChg chg="addSp delSp modSp new mod modTransition">
        <pc:chgData name="sandeep j0352" userId="3443e0e081d049d0" providerId="LiveId" clId="{8AA71521-CC9E-45D0-89B0-3CEAA634A6A5}" dt="2025-03-14T08:16:33.415" v="6981"/>
        <pc:sldMkLst>
          <pc:docMk/>
          <pc:sldMk cId="4239784791" sldId="261"/>
        </pc:sldMkLst>
        <pc:spChg chg="add mod">
          <ac:chgData name="sandeep j0352" userId="3443e0e081d049d0" providerId="LiveId" clId="{8AA71521-CC9E-45D0-89B0-3CEAA634A6A5}" dt="2025-02-23T09:06:46.751" v="2657" actId="20577"/>
          <ac:spMkLst>
            <pc:docMk/>
            <pc:sldMk cId="4239784791" sldId="261"/>
            <ac:spMk id="6" creationId="{A0C2970E-213B-C5B6-1008-83F731FB11B8}"/>
          </ac:spMkLst>
        </pc:spChg>
        <pc:spChg chg="add mod">
          <ac:chgData name="sandeep j0352" userId="3443e0e081d049d0" providerId="LiveId" clId="{8AA71521-CC9E-45D0-89B0-3CEAA634A6A5}" dt="2025-02-23T09:16:28.805" v="2870" actId="207"/>
          <ac:spMkLst>
            <pc:docMk/>
            <pc:sldMk cId="4239784791" sldId="261"/>
            <ac:spMk id="7" creationId="{FBADB16C-8D2A-E318-2B4C-535DFCD590D0}"/>
          </ac:spMkLst>
        </pc:spChg>
        <pc:spChg chg="add mod">
          <ac:chgData name="sandeep j0352" userId="3443e0e081d049d0" providerId="LiveId" clId="{8AA71521-CC9E-45D0-89B0-3CEAA634A6A5}" dt="2025-02-23T09:16:31.867" v="2871" actId="207"/>
          <ac:spMkLst>
            <pc:docMk/>
            <pc:sldMk cId="4239784791" sldId="261"/>
            <ac:spMk id="16" creationId="{077777DD-CDF8-01D9-6E87-16852BC492F9}"/>
          </ac:spMkLst>
        </pc:spChg>
        <pc:spChg chg="add mod">
          <ac:chgData name="sandeep j0352" userId="3443e0e081d049d0" providerId="LiveId" clId="{8AA71521-CC9E-45D0-89B0-3CEAA634A6A5}" dt="2025-02-23T09:16:34.558" v="2872" actId="207"/>
          <ac:spMkLst>
            <pc:docMk/>
            <pc:sldMk cId="4239784791" sldId="261"/>
            <ac:spMk id="17" creationId="{2D7BB2FD-9E5B-3150-6471-81D88D5C376F}"/>
          </ac:spMkLst>
        </pc:spChg>
        <pc:spChg chg="add mod">
          <ac:chgData name="sandeep j0352" userId="3443e0e081d049d0" providerId="LiveId" clId="{8AA71521-CC9E-45D0-89B0-3CEAA634A6A5}" dt="2025-02-23T09:17:22.178" v="2886" actId="207"/>
          <ac:spMkLst>
            <pc:docMk/>
            <pc:sldMk cId="4239784791" sldId="261"/>
            <ac:spMk id="24" creationId="{C8A3ADD9-A527-B3C0-4A8C-650EB66781DC}"/>
          </ac:spMkLst>
        </pc:spChg>
        <pc:spChg chg="add mod">
          <ac:chgData name="sandeep j0352" userId="3443e0e081d049d0" providerId="LiveId" clId="{8AA71521-CC9E-45D0-89B0-3CEAA634A6A5}" dt="2025-02-23T09:17:24.689" v="2887" actId="207"/>
          <ac:spMkLst>
            <pc:docMk/>
            <pc:sldMk cId="4239784791" sldId="261"/>
            <ac:spMk id="25" creationId="{01A02F8B-04F8-BA1D-2146-7F9D8021593A}"/>
          </ac:spMkLst>
        </pc:spChg>
        <pc:spChg chg="add mod">
          <ac:chgData name="sandeep j0352" userId="3443e0e081d049d0" providerId="LiveId" clId="{8AA71521-CC9E-45D0-89B0-3CEAA634A6A5}" dt="2025-02-23T09:17:19.506" v="2885" actId="207"/>
          <ac:spMkLst>
            <pc:docMk/>
            <pc:sldMk cId="4239784791" sldId="261"/>
            <ac:spMk id="26" creationId="{47DCE681-373A-2DEE-12C5-87FC08F04A20}"/>
          </ac:spMkLst>
        </pc:spChg>
        <pc:spChg chg="add mod">
          <ac:chgData name="sandeep j0352" userId="3443e0e081d049d0" providerId="LiveId" clId="{8AA71521-CC9E-45D0-89B0-3CEAA634A6A5}" dt="2025-02-23T09:17:06.845" v="2882" actId="207"/>
          <ac:spMkLst>
            <pc:docMk/>
            <pc:sldMk cId="4239784791" sldId="261"/>
            <ac:spMk id="37" creationId="{551410BB-A206-81FC-6DE7-875897DE9DBB}"/>
          </ac:spMkLst>
        </pc:spChg>
        <pc:spChg chg="add mod">
          <ac:chgData name="sandeep j0352" userId="3443e0e081d049d0" providerId="LiveId" clId="{8AA71521-CC9E-45D0-89B0-3CEAA634A6A5}" dt="2025-02-23T09:17:00.806" v="2879" actId="207"/>
          <ac:spMkLst>
            <pc:docMk/>
            <pc:sldMk cId="4239784791" sldId="261"/>
            <ac:spMk id="38" creationId="{59A272AF-0838-8531-615B-37ABD3476CFF}"/>
          </ac:spMkLst>
        </pc:spChg>
        <pc:spChg chg="add mod">
          <ac:chgData name="sandeep j0352" userId="3443e0e081d049d0" providerId="LiveId" clId="{8AA71521-CC9E-45D0-89B0-3CEAA634A6A5}" dt="2025-02-23T09:17:03.336" v="2880" actId="207"/>
          <ac:spMkLst>
            <pc:docMk/>
            <pc:sldMk cId="4239784791" sldId="261"/>
            <ac:spMk id="39" creationId="{B63AE6D3-406D-B658-5C0A-6395CAB03FAC}"/>
          </ac:spMkLst>
        </pc:spChg>
        <pc:spChg chg="add mod">
          <ac:chgData name="sandeep j0352" userId="3443e0e081d049d0" providerId="LiveId" clId="{8AA71521-CC9E-45D0-89B0-3CEAA634A6A5}" dt="2025-02-23T09:22:06.350" v="2974" actId="1076"/>
          <ac:spMkLst>
            <pc:docMk/>
            <pc:sldMk cId="4239784791" sldId="261"/>
            <ac:spMk id="44" creationId="{120D2935-A963-95C4-452A-F1E8AE1DE16F}"/>
          </ac:spMkLst>
        </pc:spChg>
        <pc:spChg chg="add mod">
          <ac:chgData name="sandeep j0352" userId="3443e0e081d049d0" providerId="LiveId" clId="{8AA71521-CC9E-45D0-89B0-3CEAA634A6A5}" dt="2025-02-23T09:19:44.292" v="2950" actId="207"/>
          <ac:spMkLst>
            <pc:docMk/>
            <pc:sldMk cId="4239784791" sldId="261"/>
            <ac:spMk id="45" creationId="{5C8EF118-37A8-484F-E43F-019D10C07D8D}"/>
          </ac:spMkLst>
        </pc:spChg>
        <pc:spChg chg="add mod">
          <ac:chgData name="sandeep j0352" userId="3443e0e081d049d0" providerId="LiveId" clId="{8AA71521-CC9E-45D0-89B0-3CEAA634A6A5}" dt="2025-02-23T09:22:12.142" v="2976" actId="1076"/>
          <ac:spMkLst>
            <pc:docMk/>
            <pc:sldMk cId="4239784791" sldId="261"/>
            <ac:spMk id="46" creationId="{2655EF0A-53E5-A1D8-BE69-AD61300CE73A}"/>
          </ac:spMkLst>
        </pc:spChg>
        <pc:spChg chg="add mod">
          <ac:chgData name="sandeep j0352" userId="3443e0e081d049d0" providerId="LiveId" clId="{8AA71521-CC9E-45D0-89B0-3CEAA634A6A5}" dt="2025-02-23T09:23:19.957" v="3017" actId="207"/>
          <ac:spMkLst>
            <pc:docMk/>
            <pc:sldMk cId="4239784791" sldId="261"/>
            <ac:spMk id="55" creationId="{48CBE2EE-DB70-BF8D-B3E2-B03779048057}"/>
          </ac:spMkLst>
        </pc:spChg>
        <pc:spChg chg="add mod">
          <ac:chgData name="sandeep j0352" userId="3443e0e081d049d0" providerId="LiveId" clId="{8AA71521-CC9E-45D0-89B0-3CEAA634A6A5}" dt="2025-02-23T09:23:02.476" v="3015" actId="207"/>
          <ac:spMkLst>
            <pc:docMk/>
            <pc:sldMk cId="4239784791" sldId="261"/>
            <ac:spMk id="56" creationId="{75373814-6F28-597E-2E34-3438AB96C8A7}"/>
          </ac:spMkLst>
        </pc:spChg>
        <pc:spChg chg="add mod">
          <ac:chgData name="sandeep j0352" userId="3443e0e081d049d0" providerId="LiveId" clId="{8AA71521-CC9E-45D0-89B0-3CEAA634A6A5}" dt="2025-02-23T09:23:16.619" v="3016" actId="207"/>
          <ac:spMkLst>
            <pc:docMk/>
            <pc:sldMk cId="4239784791" sldId="261"/>
            <ac:spMk id="60" creationId="{C801CE45-2181-9335-67CF-A195B9050492}"/>
          </ac:spMkLst>
        </pc:spChg>
        <pc:graphicFrameChg chg="add mod modGraphic">
          <ac:chgData name="sandeep j0352" userId="3443e0e081d049d0" providerId="LiveId" clId="{8AA71521-CC9E-45D0-89B0-3CEAA634A6A5}" dt="2025-02-23T09:08:41.925" v="2694" actId="2711"/>
          <ac:graphicFrameMkLst>
            <pc:docMk/>
            <pc:sldMk cId="4239784791" sldId="261"/>
            <ac:graphicFrameMk id="5" creationId="{BA1E5A3B-93CB-4811-66B7-EB0B1BDF4CEB}"/>
          </ac:graphicFrameMkLst>
        </pc:graphicFrameChg>
        <pc:cxnChg chg="add mod">
          <ac:chgData name="sandeep j0352" userId="3443e0e081d049d0" providerId="LiveId" clId="{8AA71521-CC9E-45D0-89B0-3CEAA634A6A5}" dt="2025-02-23T09:16:40.607" v="2874" actId="13822"/>
          <ac:cxnSpMkLst>
            <pc:docMk/>
            <pc:sldMk cId="4239784791" sldId="261"/>
            <ac:cxnSpMk id="9" creationId="{058BA21E-B908-234D-FFB2-A4FDE5FAEF7C}"/>
          </ac:cxnSpMkLst>
        </pc:cxnChg>
        <pc:cxnChg chg="add mod">
          <ac:chgData name="sandeep j0352" userId="3443e0e081d049d0" providerId="LiveId" clId="{8AA71521-CC9E-45D0-89B0-3CEAA634A6A5}" dt="2025-02-23T09:16:42.675" v="2875" actId="13822"/>
          <ac:cxnSpMkLst>
            <pc:docMk/>
            <pc:sldMk cId="4239784791" sldId="261"/>
            <ac:cxnSpMk id="18" creationId="{F1D40D30-5EA2-0691-35FA-BC01AEB5D5A7}"/>
          </ac:cxnSpMkLst>
        </pc:cxnChg>
        <pc:cxnChg chg="add mod">
          <ac:chgData name="sandeep j0352" userId="3443e0e081d049d0" providerId="LiveId" clId="{8AA71521-CC9E-45D0-89B0-3CEAA634A6A5}" dt="2025-02-23T09:16:38.236" v="2873" actId="13822"/>
          <ac:cxnSpMkLst>
            <pc:docMk/>
            <pc:sldMk cId="4239784791" sldId="261"/>
            <ac:cxnSpMk id="21" creationId="{A61D09F7-52CD-FF3E-5A7B-50E3F169DCB4}"/>
          </ac:cxnSpMkLst>
        </pc:cxnChg>
        <pc:cxnChg chg="add mod">
          <ac:chgData name="sandeep j0352" userId="3443e0e081d049d0" providerId="LiveId" clId="{8AA71521-CC9E-45D0-89B0-3CEAA634A6A5}" dt="2025-02-23T09:17:32.227" v="2888" actId="13822"/>
          <ac:cxnSpMkLst>
            <pc:docMk/>
            <pc:sldMk cId="4239784791" sldId="261"/>
            <ac:cxnSpMk id="27" creationId="{6E391244-DA18-F676-0A30-21C8A74027BC}"/>
          </ac:cxnSpMkLst>
        </pc:cxnChg>
        <pc:cxnChg chg="add mod">
          <ac:chgData name="sandeep j0352" userId="3443e0e081d049d0" providerId="LiveId" clId="{8AA71521-CC9E-45D0-89B0-3CEAA634A6A5}" dt="2025-02-23T09:17:39.265" v="2890" actId="13822"/>
          <ac:cxnSpMkLst>
            <pc:docMk/>
            <pc:sldMk cId="4239784791" sldId="261"/>
            <ac:cxnSpMk id="30" creationId="{14FEEC39-5DD1-36E5-2922-95640B3CE51C}"/>
          </ac:cxnSpMkLst>
        </pc:cxnChg>
        <pc:cxnChg chg="add mod">
          <ac:chgData name="sandeep j0352" userId="3443e0e081d049d0" providerId="LiveId" clId="{8AA71521-CC9E-45D0-89B0-3CEAA634A6A5}" dt="2025-02-23T09:17:36.175" v="2889" actId="13822"/>
          <ac:cxnSpMkLst>
            <pc:docMk/>
            <pc:sldMk cId="4239784791" sldId="261"/>
            <ac:cxnSpMk id="32" creationId="{BAA2CED6-E037-1B96-99EB-2DBC46BA812F}"/>
          </ac:cxnSpMkLst>
        </pc:cxnChg>
        <pc:cxnChg chg="add mod">
          <ac:chgData name="sandeep j0352" userId="3443e0e081d049d0" providerId="LiveId" clId="{8AA71521-CC9E-45D0-89B0-3CEAA634A6A5}" dt="2025-02-23T09:16:54.796" v="2878" actId="13822"/>
          <ac:cxnSpMkLst>
            <pc:docMk/>
            <pc:sldMk cId="4239784791" sldId="261"/>
            <ac:cxnSpMk id="35" creationId="{C81DC272-7CE3-B1EF-DAF1-24E492019B11}"/>
          </ac:cxnSpMkLst>
        </pc:cxnChg>
        <pc:cxnChg chg="add mod">
          <ac:chgData name="sandeep j0352" userId="3443e0e081d049d0" providerId="LiveId" clId="{8AA71521-CC9E-45D0-89B0-3CEAA634A6A5}" dt="2025-02-23T09:16:45.783" v="2876" actId="13822"/>
          <ac:cxnSpMkLst>
            <pc:docMk/>
            <pc:sldMk cId="4239784791" sldId="261"/>
            <ac:cxnSpMk id="40" creationId="{ACD0C771-5EAC-9B70-042B-067D84D2F618}"/>
          </ac:cxnSpMkLst>
        </pc:cxnChg>
        <pc:cxnChg chg="add mod">
          <ac:chgData name="sandeep j0352" userId="3443e0e081d049d0" providerId="LiveId" clId="{8AA71521-CC9E-45D0-89B0-3CEAA634A6A5}" dt="2025-02-23T09:16:52.026" v="2877" actId="13822"/>
          <ac:cxnSpMkLst>
            <pc:docMk/>
            <pc:sldMk cId="4239784791" sldId="261"/>
            <ac:cxnSpMk id="41" creationId="{CB6D57AB-B7DC-84FC-3FE9-A7AD0CB39E28}"/>
          </ac:cxnSpMkLst>
        </pc:cxnChg>
        <pc:cxnChg chg="add mod">
          <ac:chgData name="sandeep j0352" userId="3443e0e081d049d0" providerId="LiveId" clId="{8AA71521-CC9E-45D0-89B0-3CEAA634A6A5}" dt="2025-02-23T09:22:09.238" v="2975" actId="14100"/>
          <ac:cxnSpMkLst>
            <pc:docMk/>
            <pc:sldMk cId="4239784791" sldId="261"/>
            <ac:cxnSpMk id="47" creationId="{0310576E-CE19-D0EF-2CA0-988D1E3686D8}"/>
          </ac:cxnSpMkLst>
        </pc:cxnChg>
        <pc:cxnChg chg="add mod">
          <ac:chgData name="sandeep j0352" userId="3443e0e081d049d0" providerId="LiveId" clId="{8AA71521-CC9E-45D0-89B0-3CEAA634A6A5}" dt="2025-02-23T09:22:14.768" v="2977" actId="14100"/>
          <ac:cxnSpMkLst>
            <pc:docMk/>
            <pc:sldMk cId="4239784791" sldId="261"/>
            <ac:cxnSpMk id="48" creationId="{6401F20E-1A80-303C-37F2-DDEF6000BAF6}"/>
          </ac:cxnSpMkLst>
        </pc:cxnChg>
        <pc:cxnChg chg="add mod">
          <ac:chgData name="sandeep j0352" userId="3443e0e081d049d0" providerId="LiveId" clId="{8AA71521-CC9E-45D0-89B0-3CEAA634A6A5}" dt="2025-02-23T09:19:53.247" v="2953" actId="13822"/>
          <ac:cxnSpMkLst>
            <pc:docMk/>
            <pc:sldMk cId="4239784791" sldId="261"/>
            <ac:cxnSpMk id="50" creationId="{B8C04856-92B1-7FAC-894C-02CBD086572E}"/>
          </ac:cxnSpMkLst>
        </pc:cxnChg>
        <pc:cxnChg chg="add mod">
          <ac:chgData name="sandeep j0352" userId="3443e0e081d049d0" providerId="LiveId" clId="{8AA71521-CC9E-45D0-89B0-3CEAA634A6A5}" dt="2025-02-23T09:23:46.302" v="3025" actId="208"/>
          <ac:cxnSpMkLst>
            <pc:docMk/>
            <pc:sldMk cId="4239784791" sldId="261"/>
            <ac:cxnSpMk id="61" creationId="{4FC67F88-7905-0E01-29C3-4FE49A9FAC78}"/>
          </ac:cxnSpMkLst>
        </pc:cxnChg>
        <pc:cxnChg chg="add mod">
          <ac:chgData name="sandeep j0352" userId="3443e0e081d049d0" providerId="LiveId" clId="{8AA71521-CC9E-45D0-89B0-3CEAA634A6A5}" dt="2025-02-23T09:23:54.760" v="3027" actId="208"/>
          <ac:cxnSpMkLst>
            <pc:docMk/>
            <pc:sldMk cId="4239784791" sldId="261"/>
            <ac:cxnSpMk id="62" creationId="{E94434B9-8AF8-B540-911B-CAA498136466}"/>
          </ac:cxnSpMkLst>
        </pc:cxnChg>
        <pc:cxnChg chg="add mod">
          <ac:chgData name="sandeep j0352" userId="3443e0e081d049d0" providerId="LiveId" clId="{8AA71521-CC9E-45D0-89B0-3CEAA634A6A5}" dt="2025-02-23T09:24:08.943" v="3031" actId="208"/>
          <ac:cxnSpMkLst>
            <pc:docMk/>
            <pc:sldMk cId="4239784791" sldId="261"/>
            <ac:cxnSpMk id="66" creationId="{184D568C-22D7-87A3-3B96-40DD0EFE0621}"/>
          </ac:cxnSpMkLst>
        </pc:cxnChg>
      </pc:sldChg>
      <pc:sldChg chg="addSp delSp modSp new mod modTransition">
        <pc:chgData name="sandeep j0352" userId="3443e0e081d049d0" providerId="LiveId" clId="{8AA71521-CC9E-45D0-89B0-3CEAA634A6A5}" dt="2025-03-14T08:33:47.515" v="6989" actId="21"/>
        <pc:sldMkLst>
          <pc:docMk/>
          <pc:sldMk cId="3016588339" sldId="262"/>
        </pc:sldMkLst>
        <pc:graphicFrameChg chg="add mod">
          <ac:chgData name="sandeep j0352" userId="3443e0e081d049d0" providerId="LiveId" clId="{8AA71521-CC9E-45D0-89B0-3CEAA634A6A5}" dt="2025-03-01T13:23:43.440" v="3971"/>
          <ac:graphicFrameMkLst>
            <pc:docMk/>
            <pc:sldMk cId="3016588339" sldId="262"/>
            <ac:graphicFrameMk id="4" creationId="{1C8D32E4-D090-5A24-CA08-28A95B861D3B}"/>
          </ac:graphicFrameMkLst>
        </pc:graphicFrameChg>
      </pc:sldChg>
      <pc:sldChg chg="addSp delSp modSp new mod modTransition">
        <pc:chgData name="sandeep j0352" userId="3443e0e081d049d0" providerId="LiveId" clId="{8AA71521-CC9E-45D0-89B0-3CEAA634A6A5}" dt="2025-03-14T08:16:33.415" v="6981"/>
        <pc:sldMkLst>
          <pc:docMk/>
          <pc:sldMk cId="1622364251" sldId="263"/>
        </pc:sldMkLst>
        <pc:spChg chg="mod">
          <ac:chgData name="sandeep j0352" userId="3443e0e081d049d0" providerId="LiveId" clId="{8AA71521-CC9E-45D0-89B0-3CEAA634A6A5}" dt="2025-03-01T13:24:22.553" v="3992" actId="14100"/>
          <ac:spMkLst>
            <pc:docMk/>
            <pc:sldMk cId="1622364251" sldId="263"/>
            <ac:spMk id="2" creationId="{07B154EF-E322-C6ED-43F9-8B37DF003B12}"/>
          </ac:spMkLst>
        </pc:spChg>
        <pc:graphicFrameChg chg="add mod">
          <ac:chgData name="sandeep j0352" userId="3443e0e081d049d0" providerId="LiveId" clId="{8AA71521-CC9E-45D0-89B0-3CEAA634A6A5}" dt="2025-03-01T13:33:55.212" v="4101" actId="1076"/>
          <ac:graphicFrameMkLst>
            <pc:docMk/>
            <pc:sldMk cId="1622364251" sldId="263"/>
            <ac:graphicFrameMk id="4" creationId="{9B55E148-F32F-6105-C2A5-343A4D00CF9C}"/>
          </ac:graphicFrameMkLst>
        </pc:graphicFrameChg>
      </pc:sldChg>
      <pc:sldChg chg="addSp delSp modSp new mod modTransition modAnim">
        <pc:chgData name="sandeep j0352" userId="3443e0e081d049d0" providerId="LiveId" clId="{8AA71521-CC9E-45D0-89B0-3CEAA634A6A5}" dt="2025-03-14T08:16:33.415" v="6981"/>
        <pc:sldMkLst>
          <pc:docMk/>
          <pc:sldMk cId="424400706" sldId="264"/>
        </pc:sldMkLst>
        <pc:spChg chg="mod">
          <ac:chgData name="sandeep j0352" userId="3443e0e081d049d0" providerId="LiveId" clId="{8AA71521-CC9E-45D0-89B0-3CEAA634A6A5}" dt="2025-03-02T17:34:52.319" v="4153" actId="2711"/>
          <ac:spMkLst>
            <pc:docMk/>
            <pc:sldMk cId="424400706" sldId="264"/>
            <ac:spMk id="2" creationId="{8AD35101-A6D5-C83E-2B89-A3972309140D}"/>
          </ac:spMkLst>
        </pc:spChg>
        <pc:spChg chg="mod">
          <ac:chgData name="sandeep j0352" userId="3443e0e081d049d0" providerId="LiveId" clId="{8AA71521-CC9E-45D0-89B0-3CEAA634A6A5}" dt="2025-03-02T17:36:27.049" v="4233" actId="404"/>
          <ac:spMkLst>
            <pc:docMk/>
            <pc:sldMk cId="424400706" sldId="264"/>
            <ac:spMk id="3" creationId="{77EF7B28-F21E-D510-FD80-90779C0F113F}"/>
          </ac:spMkLst>
        </pc:spChg>
        <pc:spChg chg="add mod">
          <ac:chgData name="sandeep j0352" userId="3443e0e081d049d0" providerId="LiveId" clId="{8AA71521-CC9E-45D0-89B0-3CEAA634A6A5}" dt="2025-03-02T17:36:53.332" v="4258" actId="113"/>
          <ac:spMkLst>
            <pc:docMk/>
            <pc:sldMk cId="424400706" sldId="264"/>
            <ac:spMk id="4" creationId="{331C366B-90CB-D4C9-EEA6-87AD4D831C00}"/>
          </ac:spMkLst>
        </pc:spChg>
        <pc:spChg chg="add mod">
          <ac:chgData name="sandeep j0352" userId="3443e0e081d049d0" providerId="LiveId" clId="{8AA71521-CC9E-45D0-89B0-3CEAA634A6A5}" dt="2025-03-02T17:40:49.991" v="4334" actId="14861"/>
          <ac:spMkLst>
            <pc:docMk/>
            <pc:sldMk cId="424400706" sldId="264"/>
            <ac:spMk id="5" creationId="{2E6FFBED-0514-226F-DDDE-4D0303E7AAA9}"/>
          </ac:spMkLst>
        </pc:spChg>
        <pc:spChg chg="add mod">
          <ac:chgData name="sandeep j0352" userId="3443e0e081d049d0" providerId="LiveId" clId="{8AA71521-CC9E-45D0-89B0-3CEAA634A6A5}" dt="2025-03-02T17:43:57.733" v="4500" actId="1038"/>
          <ac:spMkLst>
            <pc:docMk/>
            <pc:sldMk cId="424400706" sldId="264"/>
            <ac:spMk id="6" creationId="{6A3982F0-9CCC-174C-1BB2-F79AD66451B2}"/>
          </ac:spMkLst>
        </pc:spChg>
        <pc:spChg chg="add mod">
          <ac:chgData name="sandeep j0352" userId="3443e0e081d049d0" providerId="LiveId" clId="{8AA71521-CC9E-45D0-89B0-3CEAA634A6A5}" dt="2025-03-02T17:43:08.318" v="4444" actId="1037"/>
          <ac:spMkLst>
            <pc:docMk/>
            <pc:sldMk cId="424400706" sldId="264"/>
            <ac:spMk id="7" creationId="{64A62F28-C77E-BADF-7357-CB24254AEC35}"/>
          </ac:spMkLst>
        </pc:spChg>
        <pc:spChg chg="add mod">
          <ac:chgData name="sandeep j0352" userId="3443e0e081d049d0" providerId="LiveId" clId="{8AA71521-CC9E-45D0-89B0-3CEAA634A6A5}" dt="2025-03-02T17:43:04.255" v="4430" actId="1037"/>
          <ac:spMkLst>
            <pc:docMk/>
            <pc:sldMk cId="424400706" sldId="264"/>
            <ac:spMk id="8" creationId="{06474669-9D9D-5BD1-DF36-C6DF0A80718D}"/>
          </ac:spMkLst>
        </pc:spChg>
        <pc:spChg chg="add mod">
          <ac:chgData name="sandeep j0352" userId="3443e0e081d049d0" providerId="LiveId" clId="{8AA71521-CC9E-45D0-89B0-3CEAA634A6A5}" dt="2025-03-02T17:43:45.238" v="4488" actId="1038"/>
          <ac:spMkLst>
            <pc:docMk/>
            <pc:sldMk cId="424400706" sldId="264"/>
            <ac:spMk id="9" creationId="{54427A8D-73DD-D591-9C6D-95510C0871C4}"/>
          </ac:spMkLst>
        </pc:spChg>
        <pc:spChg chg="add mod">
          <ac:chgData name="sandeep j0352" userId="3443e0e081d049d0" providerId="LiveId" clId="{8AA71521-CC9E-45D0-89B0-3CEAA634A6A5}" dt="2025-03-02T17:43:08.318" v="4444" actId="1037"/>
          <ac:spMkLst>
            <pc:docMk/>
            <pc:sldMk cId="424400706" sldId="264"/>
            <ac:spMk id="10" creationId="{763324D3-05F2-1DAF-B480-72C975C8932B}"/>
          </ac:spMkLst>
        </pc:spChg>
        <pc:spChg chg="add mod">
          <ac:chgData name="sandeep j0352" userId="3443e0e081d049d0" providerId="LiveId" clId="{8AA71521-CC9E-45D0-89B0-3CEAA634A6A5}" dt="2025-03-02T17:43:57.733" v="4500" actId="1038"/>
          <ac:spMkLst>
            <pc:docMk/>
            <pc:sldMk cId="424400706" sldId="264"/>
            <ac:spMk id="11" creationId="{4232DE5C-8B70-E800-E700-F5BC8F347423}"/>
          </ac:spMkLst>
        </pc:spChg>
        <pc:spChg chg="add mod">
          <ac:chgData name="sandeep j0352" userId="3443e0e081d049d0" providerId="LiveId" clId="{8AA71521-CC9E-45D0-89B0-3CEAA634A6A5}" dt="2025-03-02T17:43:08.318" v="4444" actId="1037"/>
          <ac:spMkLst>
            <pc:docMk/>
            <pc:sldMk cId="424400706" sldId="264"/>
            <ac:spMk id="12" creationId="{31151C16-034A-A6CC-7E12-7E9C1CBFA4CD}"/>
          </ac:spMkLst>
        </pc:spChg>
        <pc:spChg chg="add mod">
          <ac:chgData name="sandeep j0352" userId="3443e0e081d049d0" providerId="LiveId" clId="{8AA71521-CC9E-45D0-89B0-3CEAA634A6A5}" dt="2025-03-02T17:43:08.318" v="4444" actId="1037"/>
          <ac:spMkLst>
            <pc:docMk/>
            <pc:sldMk cId="424400706" sldId="264"/>
            <ac:spMk id="13" creationId="{CFE774DA-C07C-8388-0F6C-DA5B7D564A1F}"/>
          </ac:spMkLst>
        </pc:spChg>
        <pc:spChg chg="add mod">
          <ac:chgData name="sandeep j0352" userId="3443e0e081d049d0" providerId="LiveId" clId="{8AA71521-CC9E-45D0-89B0-3CEAA634A6A5}" dt="2025-03-02T17:43:49.791" v="4489" actId="1076"/>
          <ac:spMkLst>
            <pc:docMk/>
            <pc:sldMk cId="424400706" sldId="264"/>
            <ac:spMk id="14" creationId="{C206713A-2B3D-4880-FD4F-EFC3D3E27FF4}"/>
          </ac:spMkLst>
        </pc:spChg>
        <pc:spChg chg="add mod">
          <ac:chgData name="sandeep j0352" userId="3443e0e081d049d0" providerId="LiveId" clId="{8AA71521-CC9E-45D0-89B0-3CEAA634A6A5}" dt="2025-03-02T17:43:04.255" v="4430" actId="1037"/>
          <ac:spMkLst>
            <pc:docMk/>
            <pc:sldMk cId="424400706" sldId="264"/>
            <ac:spMk id="15" creationId="{6E9BB442-05FF-B52E-5F89-DEB3BC7353A2}"/>
          </ac:spMkLst>
        </pc:spChg>
        <pc:spChg chg="add mod">
          <ac:chgData name="sandeep j0352" userId="3443e0e081d049d0" providerId="LiveId" clId="{8AA71521-CC9E-45D0-89B0-3CEAA634A6A5}" dt="2025-03-02T17:46:03.596" v="4671" actId="14100"/>
          <ac:spMkLst>
            <pc:docMk/>
            <pc:sldMk cId="424400706" sldId="264"/>
            <ac:spMk id="16" creationId="{FDB8209E-0197-2D90-7F26-4D241A472477}"/>
          </ac:spMkLst>
        </pc:spChg>
        <pc:spChg chg="add mod">
          <ac:chgData name="sandeep j0352" userId="3443e0e081d049d0" providerId="LiveId" clId="{8AA71521-CC9E-45D0-89B0-3CEAA634A6A5}" dt="2025-03-02T17:47:39.091" v="4693" actId="20577"/>
          <ac:spMkLst>
            <pc:docMk/>
            <pc:sldMk cId="424400706" sldId="264"/>
            <ac:spMk id="17" creationId="{7DC0A95E-CDFF-A586-353B-4F6293A6F04C}"/>
          </ac:spMkLst>
        </pc:spChg>
        <pc:spChg chg="add mod">
          <ac:chgData name="sandeep j0352" userId="3443e0e081d049d0" providerId="LiveId" clId="{8AA71521-CC9E-45D0-89B0-3CEAA634A6A5}" dt="2025-03-02T18:07:33.243" v="5983" actId="1037"/>
          <ac:spMkLst>
            <pc:docMk/>
            <pc:sldMk cId="424400706" sldId="264"/>
            <ac:spMk id="38" creationId="{D5F64773-E2FC-F73F-7D23-E9A26D9DF284}"/>
          </ac:spMkLst>
        </pc:spChg>
        <pc:spChg chg="add mod">
          <ac:chgData name="sandeep j0352" userId="3443e0e081d049d0" providerId="LiveId" clId="{8AA71521-CC9E-45D0-89B0-3CEAA634A6A5}" dt="2025-03-02T17:49:50.070" v="4752" actId="20577"/>
          <ac:spMkLst>
            <pc:docMk/>
            <pc:sldMk cId="424400706" sldId="264"/>
            <ac:spMk id="42" creationId="{DAE4C843-0514-A43D-1F44-C8C6E873D2AF}"/>
          </ac:spMkLst>
        </pc:spChg>
        <pc:spChg chg="add mod">
          <ac:chgData name="sandeep j0352" userId="3443e0e081d049d0" providerId="LiveId" clId="{8AA71521-CC9E-45D0-89B0-3CEAA634A6A5}" dt="2025-03-02T18:07:33.243" v="5983" actId="1037"/>
          <ac:spMkLst>
            <pc:docMk/>
            <pc:sldMk cId="424400706" sldId="264"/>
            <ac:spMk id="43" creationId="{C69177BB-77CC-0D38-4685-BB16722EEAF6}"/>
          </ac:spMkLst>
        </pc:spChg>
        <pc:spChg chg="add mod">
          <ac:chgData name="sandeep j0352" userId="3443e0e081d049d0" providerId="LiveId" clId="{8AA71521-CC9E-45D0-89B0-3CEAA634A6A5}" dt="2025-03-02T18:06:49.578" v="5942" actId="693"/>
          <ac:spMkLst>
            <pc:docMk/>
            <pc:sldMk cId="424400706" sldId="264"/>
            <ac:spMk id="48" creationId="{65860966-B920-2F8B-9AF1-2DD448519A84}"/>
          </ac:spMkLst>
        </pc:spChg>
        <pc:spChg chg="add mod">
          <ac:chgData name="sandeep j0352" userId="3443e0e081d049d0" providerId="LiveId" clId="{8AA71521-CC9E-45D0-89B0-3CEAA634A6A5}" dt="2025-03-02T18:00:06.536" v="5010" actId="1037"/>
          <ac:spMkLst>
            <pc:docMk/>
            <pc:sldMk cId="424400706" sldId="264"/>
            <ac:spMk id="89" creationId="{1C0B59D7-E17E-37D4-3408-EC568A129C4C}"/>
          </ac:spMkLst>
        </pc:spChg>
        <pc:spChg chg="add mod">
          <ac:chgData name="sandeep j0352" userId="3443e0e081d049d0" providerId="LiveId" clId="{8AA71521-CC9E-45D0-89B0-3CEAA634A6A5}" dt="2025-03-02T18:07:33.243" v="5983" actId="1037"/>
          <ac:spMkLst>
            <pc:docMk/>
            <pc:sldMk cId="424400706" sldId="264"/>
            <ac:spMk id="90" creationId="{4DEB8EBF-8A1B-EF58-87B9-8640B5A891BD}"/>
          </ac:spMkLst>
        </pc:spChg>
        <pc:spChg chg="add mod">
          <ac:chgData name="sandeep j0352" userId="3443e0e081d049d0" providerId="LiveId" clId="{8AA71521-CC9E-45D0-89B0-3CEAA634A6A5}" dt="2025-03-02T18:07:40.179" v="5985" actId="1076"/>
          <ac:spMkLst>
            <pc:docMk/>
            <pc:sldMk cId="424400706" sldId="264"/>
            <ac:spMk id="95" creationId="{BD506476-AF92-7432-4639-A117CB2AB310}"/>
          </ac:spMkLst>
        </pc:spChg>
        <pc:spChg chg="add mod">
          <ac:chgData name="sandeep j0352" userId="3443e0e081d049d0" providerId="LiveId" clId="{8AA71521-CC9E-45D0-89B0-3CEAA634A6A5}" dt="2025-03-02T18:10:15.256" v="6082" actId="1035"/>
          <ac:spMkLst>
            <pc:docMk/>
            <pc:sldMk cId="424400706" sldId="264"/>
            <ac:spMk id="96" creationId="{CD28E107-D310-9564-B8C9-92F454541CD1}"/>
          </ac:spMkLst>
        </pc:spChg>
        <pc:spChg chg="add mod">
          <ac:chgData name="sandeep j0352" userId="3443e0e081d049d0" providerId="LiveId" clId="{8AA71521-CC9E-45D0-89B0-3CEAA634A6A5}" dt="2025-03-02T18:03:28.638" v="5741" actId="1076"/>
          <ac:spMkLst>
            <pc:docMk/>
            <pc:sldMk cId="424400706" sldId="264"/>
            <ac:spMk id="103" creationId="{67CB7208-70B7-69E3-C6E0-A34A15DDF073}"/>
          </ac:spMkLst>
        </pc:spChg>
        <pc:spChg chg="add mod">
          <ac:chgData name="sandeep j0352" userId="3443e0e081d049d0" providerId="LiveId" clId="{8AA71521-CC9E-45D0-89B0-3CEAA634A6A5}" dt="2025-03-02T18:06:49.578" v="5942" actId="693"/>
          <ac:spMkLst>
            <pc:docMk/>
            <pc:sldMk cId="424400706" sldId="264"/>
            <ac:spMk id="105" creationId="{3E533412-C19D-A14A-2829-885064805D8A}"/>
          </ac:spMkLst>
        </pc:spChg>
        <pc:spChg chg="add mod">
          <ac:chgData name="sandeep j0352" userId="3443e0e081d049d0" providerId="LiveId" clId="{8AA71521-CC9E-45D0-89B0-3CEAA634A6A5}" dt="2025-03-02T18:06:49.578" v="5942" actId="693"/>
          <ac:spMkLst>
            <pc:docMk/>
            <pc:sldMk cId="424400706" sldId="264"/>
            <ac:spMk id="109" creationId="{E406C56B-F5FB-E788-6012-2CD633745DEA}"/>
          </ac:spMkLst>
        </pc:spChg>
        <pc:spChg chg="add mod">
          <ac:chgData name="sandeep j0352" userId="3443e0e081d049d0" providerId="LiveId" clId="{8AA71521-CC9E-45D0-89B0-3CEAA634A6A5}" dt="2025-03-02T18:06:49.578" v="5942" actId="693"/>
          <ac:spMkLst>
            <pc:docMk/>
            <pc:sldMk cId="424400706" sldId="264"/>
            <ac:spMk id="111" creationId="{FB6D2F1B-1791-B0B8-7164-16FEA88E7221}"/>
          </ac:spMkLst>
        </pc:spChg>
        <pc:spChg chg="add mod">
          <ac:chgData name="sandeep j0352" userId="3443e0e081d049d0" providerId="LiveId" clId="{8AA71521-CC9E-45D0-89B0-3CEAA634A6A5}" dt="2025-03-02T18:06:49.578" v="5942" actId="693"/>
          <ac:spMkLst>
            <pc:docMk/>
            <pc:sldMk cId="424400706" sldId="264"/>
            <ac:spMk id="113" creationId="{10DCF8B6-0E63-3513-F4AE-28D571BFAC5F}"/>
          </ac:spMkLst>
        </pc:spChg>
        <pc:spChg chg="add mod">
          <ac:chgData name="sandeep j0352" userId="3443e0e081d049d0" providerId="LiveId" clId="{8AA71521-CC9E-45D0-89B0-3CEAA634A6A5}" dt="2025-03-02T18:07:33.243" v="5983" actId="1037"/>
          <ac:spMkLst>
            <pc:docMk/>
            <pc:sldMk cId="424400706" sldId="264"/>
            <ac:spMk id="115" creationId="{16FA6EED-5996-4C68-6B0F-FB63E2B16A70}"/>
          </ac:spMkLst>
        </pc:spChg>
        <pc:spChg chg="add mod">
          <ac:chgData name="sandeep j0352" userId="3443e0e081d049d0" providerId="LiveId" clId="{8AA71521-CC9E-45D0-89B0-3CEAA634A6A5}" dt="2025-03-02T18:07:33.243" v="5983" actId="1037"/>
          <ac:spMkLst>
            <pc:docMk/>
            <pc:sldMk cId="424400706" sldId="264"/>
            <ac:spMk id="118" creationId="{8ED06533-8236-5E81-A9EC-B81E7483D7DF}"/>
          </ac:spMkLst>
        </pc:spChg>
        <pc:spChg chg="add mod">
          <ac:chgData name="sandeep j0352" userId="3443e0e081d049d0" providerId="LiveId" clId="{8AA71521-CC9E-45D0-89B0-3CEAA634A6A5}" dt="2025-03-02T18:06:49.578" v="5942" actId="693"/>
          <ac:spMkLst>
            <pc:docMk/>
            <pc:sldMk cId="424400706" sldId="264"/>
            <ac:spMk id="120" creationId="{26504D1B-E392-24EE-BEB0-B0BD716CE0BB}"/>
          </ac:spMkLst>
        </pc:spChg>
        <pc:spChg chg="add mod">
          <ac:chgData name="sandeep j0352" userId="3443e0e081d049d0" providerId="LiveId" clId="{8AA71521-CC9E-45D0-89B0-3CEAA634A6A5}" dt="2025-03-02T18:04:10.376" v="5752" actId="1076"/>
          <ac:spMkLst>
            <pc:docMk/>
            <pc:sldMk cId="424400706" sldId="264"/>
            <ac:spMk id="122" creationId="{B134B5CE-B16E-9B9F-73A0-1155778C21DE}"/>
          </ac:spMkLst>
        </pc:spChg>
        <pc:spChg chg="add mod">
          <ac:chgData name="sandeep j0352" userId="3443e0e081d049d0" providerId="LiveId" clId="{8AA71521-CC9E-45D0-89B0-3CEAA634A6A5}" dt="2025-03-02T18:07:33.243" v="5983" actId="1037"/>
          <ac:spMkLst>
            <pc:docMk/>
            <pc:sldMk cId="424400706" sldId="264"/>
            <ac:spMk id="132" creationId="{D3654311-0097-FF50-601B-DDF21DBBFC42}"/>
          </ac:spMkLst>
        </pc:spChg>
        <pc:spChg chg="add mod">
          <ac:chgData name="sandeep j0352" userId="3443e0e081d049d0" providerId="LiveId" clId="{8AA71521-CC9E-45D0-89B0-3CEAA634A6A5}" dt="2025-03-02T18:07:33.243" v="5983" actId="1037"/>
          <ac:spMkLst>
            <pc:docMk/>
            <pc:sldMk cId="424400706" sldId="264"/>
            <ac:spMk id="133" creationId="{DEE8BE04-3BF5-CEFE-FD15-543D33059EBC}"/>
          </ac:spMkLst>
        </pc:spChg>
        <pc:spChg chg="add mod">
          <ac:chgData name="sandeep j0352" userId="3443e0e081d049d0" providerId="LiveId" clId="{8AA71521-CC9E-45D0-89B0-3CEAA634A6A5}" dt="2025-03-02T18:07:33.243" v="5983" actId="1037"/>
          <ac:spMkLst>
            <pc:docMk/>
            <pc:sldMk cId="424400706" sldId="264"/>
            <ac:spMk id="142" creationId="{DD3CA6D1-8E2C-8F8A-7A5A-71EDA5306A86}"/>
          </ac:spMkLst>
        </pc:spChg>
        <pc:spChg chg="add mod">
          <ac:chgData name="sandeep j0352" userId="3443e0e081d049d0" providerId="LiveId" clId="{8AA71521-CC9E-45D0-89B0-3CEAA634A6A5}" dt="2025-03-02T18:07:33.243" v="5983" actId="1037"/>
          <ac:spMkLst>
            <pc:docMk/>
            <pc:sldMk cId="424400706" sldId="264"/>
            <ac:spMk id="143" creationId="{D2780CF1-202A-C65B-7CD9-54C146983E55}"/>
          </ac:spMkLst>
        </pc:spChg>
        <pc:spChg chg="add mod">
          <ac:chgData name="sandeep j0352" userId="3443e0e081d049d0" providerId="LiveId" clId="{8AA71521-CC9E-45D0-89B0-3CEAA634A6A5}" dt="2025-03-02T18:10:15.256" v="6082" actId="1035"/>
          <ac:spMkLst>
            <pc:docMk/>
            <pc:sldMk cId="424400706" sldId="264"/>
            <ac:spMk id="148" creationId="{9D717B32-3EC7-DC7F-6D8C-F98AF42BAD1D}"/>
          </ac:spMkLst>
        </pc:spChg>
        <pc:spChg chg="add mod">
          <ac:chgData name="sandeep j0352" userId="3443e0e081d049d0" providerId="LiveId" clId="{8AA71521-CC9E-45D0-89B0-3CEAA634A6A5}" dt="2025-03-02T18:07:18.469" v="5947" actId="1076"/>
          <ac:spMkLst>
            <pc:docMk/>
            <pc:sldMk cId="424400706" sldId="264"/>
            <ac:spMk id="152" creationId="{9C8BB6E1-E043-2E5E-875A-430F334F1108}"/>
          </ac:spMkLst>
        </pc:spChg>
        <pc:spChg chg="add mod">
          <ac:chgData name="sandeep j0352" userId="3443e0e081d049d0" providerId="LiveId" clId="{8AA71521-CC9E-45D0-89B0-3CEAA634A6A5}" dt="2025-03-02T18:08:02.634" v="5990" actId="1076"/>
          <ac:spMkLst>
            <pc:docMk/>
            <pc:sldMk cId="424400706" sldId="264"/>
            <ac:spMk id="158" creationId="{35DA5093-796D-1AC7-2FB2-4D92F6F79722}"/>
          </ac:spMkLst>
        </pc:spChg>
        <pc:spChg chg="add mod">
          <ac:chgData name="sandeep j0352" userId="3443e0e081d049d0" providerId="LiveId" clId="{8AA71521-CC9E-45D0-89B0-3CEAA634A6A5}" dt="2025-03-02T18:08:14.214" v="6006" actId="1076"/>
          <ac:spMkLst>
            <pc:docMk/>
            <pc:sldMk cId="424400706" sldId="264"/>
            <ac:spMk id="159" creationId="{131C3A50-8FCE-9779-72CF-9EE52686354A}"/>
          </ac:spMkLst>
        </pc:spChg>
        <pc:spChg chg="add mod">
          <ac:chgData name="sandeep j0352" userId="3443e0e081d049d0" providerId="LiveId" clId="{8AA71521-CC9E-45D0-89B0-3CEAA634A6A5}" dt="2025-03-02T18:08:25.084" v="6024" actId="1076"/>
          <ac:spMkLst>
            <pc:docMk/>
            <pc:sldMk cId="424400706" sldId="264"/>
            <ac:spMk id="160" creationId="{60ACEEBD-61B4-CEC7-E6C0-C14663B495AA}"/>
          </ac:spMkLst>
        </pc:spChg>
        <pc:spChg chg="add mod">
          <ac:chgData name="sandeep j0352" userId="3443e0e081d049d0" providerId="LiveId" clId="{8AA71521-CC9E-45D0-89B0-3CEAA634A6A5}" dt="2025-03-02T18:10:15.256" v="6082" actId="1035"/>
          <ac:spMkLst>
            <pc:docMk/>
            <pc:sldMk cId="424400706" sldId="264"/>
            <ac:spMk id="162" creationId="{E818B465-E47D-2896-A53B-2650C678A2FC}"/>
          </ac:spMkLst>
        </pc:spChg>
        <pc:spChg chg="add mod">
          <ac:chgData name="sandeep j0352" userId="3443e0e081d049d0" providerId="LiveId" clId="{8AA71521-CC9E-45D0-89B0-3CEAA634A6A5}" dt="2025-03-02T18:10:15.256" v="6082" actId="1035"/>
          <ac:spMkLst>
            <pc:docMk/>
            <pc:sldMk cId="424400706" sldId="264"/>
            <ac:spMk id="163" creationId="{9530C213-F11B-B0E5-9E2A-F1B97843A3D9}"/>
          </ac:spMkLst>
        </pc:spChg>
        <pc:spChg chg="add mod">
          <ac:chgData name="sandeep j0352" userId="3443e0e081d049d0" providerId="LiveId" clId="{8AA71521-CC9E-45D0-89B0-3CEAA634A6A5}" dt="2025-03-02T18:10:15.256" v="6082" actId="1035"/>
          <ac:spMkLst>
            <pc:docMk/>
            <pc:sldMk cId="424400706" sldId="264"/>
            <ac:spMk id="173" creationId="{0ECE6E9F-BA2D-823C-6499-AED49086D057}"/>
          </ac:spMkLst>
        </pc:spChg>
        <pc:spChg chg="add mod">
          <ac:chgData name="sandeep j0352" userId="3443e0e081d049d0" providerId="LiveId" clId="{8AA71521-CC9E-45D0-89B0-3CEAA634A6A5}" dt="2025-03-02T18:10:15.256" v="6082" actId="1035"/>
          <ac:spMkLst>
            <pc:docMk/>
            <pc:sldMk cId="424400706" sldId="264"/>
            <ac:spMk id="174" creationId="{BC15B563-CDA0-9D25-CFD4-657D0D7E26F4}"/>
          </ac:spMkLst>
        </pc:spChg>
        <pc:spChg chg="add mod">
          <ac:chgData name="sandeep j0352" userId="3443e0e081d049d0" providerId="LiveId" clId="{8AA71521-CC9E-45D0-89B0-3CEAA634A6A5}" dt="2025-03-02T18:10:15.256" v="6082" actId="1035"/>
          <ac:spMkLst>
            <pc:docMk/>
            <pc:sldMk cId="424400706" sldId="264"/>
            <ac:spMk id="175" creationId="{CF72EC62-C671-1D57-7E95-1B7F1047CAEE}"/>
          </ac:spMkLst>
        </pc:spChg>
        <pc:spChg chg="add mod">
          <ac:chgData name="sandeep j0352" userId="3443e0e081d049d0" providerId="LiveId" clId="{8AA71521-CC9E-45D0-89B0-3CEAA634A6A5}" dt="2025-03-02T18:10:15.256" v="6082" actId="1035"/>
          <ac:spMkLst>
            <pc:docMk/>
            <pc:sldMk cId="424400706" sldId="264"/>
            <ac:spMk id="176" creationId="{0D21E3BD-E2AF-85AC-2E72-7F21F5C8DBF7}"/>
          </ac:spMkLst>
        </pc:spChg>
        <pc:spChg chg="add mod">
          <ac:chgData name="sandeep j0352" userId="3443e0e081d049d0" providerId="LiveId" clId="{8AA71521-CC9E-45D0-89B0-3CEAA634A6A5}" dt="2025-03-02T18:11:05.779" v="6096" actId="14100"/>
          <ac:spMkLst>
            <pc:docMk/>
            <pc:sldMk cId="424400706" sldId="264"/>
            <ac:spMk id="177" creationId="{C981EEDE-2D7E-A781-A2E5-051AC0F2CECB}"/>
          </ac:spMkLst>
        </pc:spChg>
        <pc:spChg chg="add mod">
          <ac:chgData name="sandeep j0352" userId="3443e0e081d049d0" providerId="LiveId" clId="{8AA71521-CC9E-45D0-89B0-3CEAA634A6A5}" dt="2025-03-02T18:12:07.399" v="6184" actId="20577"/>
          <ac:spMkLst>
            <pc:docMk/>
            <pc:sldMk cId="424400706" sldId="264"/>
            <ac:spMk id="178" creationId="{B960D716-4714-5C32-2BBF-FF07265A8821}"/>
          </ac:spMkLst>
        </pc:spChg>
        <pc:spChg chg="add mod">
          <ac:chgData name="sandeep j0352" userId="3443e0e081d049d0" providerId="LiveId" clId="{8AA71521-CC9E-45D0-89B0-3CEAA634A6A5}" dt="2025-03-02T18:16:23.215" v="6442" actId="14100"/>
          <ac:spMkLst>
            <pc:docMk/>
            <pc:sldMk cId="424400706" sldId="264"/>
            <ac:spMk id="180" creationId="{D0DE627D-CCC4-0F31-7D9E-14B31150E43B}"/>
          </ac:spMkLst>
        </pc:spChg>
        <pc:spChg chg="add mod">
          <ac:chgData name="sandeep j0352" userId="3443e0e081d049d0" providerId="LiveId" clId="{8AA71521-CC9E-45D0-89B0-3CEAA634A6A5}" dt="2025-03-02T18:16:27.656" v="6444" actId="1076"/>
          <ac:spMkLst>
            <pc:docMk/>
            <pc:sldMk cId="424400706" sldId="264"/>
            <ac:spMk id="181" creationId="{86E4A5BC-506E-BA0D-6D89-258B7D1D4C0A}"/>
          </ac:spMkLst>
        </pc:spChg>
        <pc:cxnChg chg="add mod">
          <ac:chgData name="sandeep j0352" userId="3443e0e081d049d0" providerId="LiveId" clId="{8AA71521-CC9E-45D0-89B0-3CEAA634A6A5}" dt="2025-03-02T17:47:15.286" v="4692" actId="14100"/>
          <ac:cxnSpMkLst>
            <pc:docMk/>
            <pc:sldMk cId="424400706" sldId="264"/>
            <ac:cxnSpMk id="19" creationId="{F079DA7F-AE75-72AE-43D7-125A97C8F471}"/>
          </ac:cxnSpMkLst>
        </pc:cxnChg>
        <pc:cxnChg chg="add mod">
          <ac:chgData name="sandeep j0352" userId="3443e0e081d049d0" providerId="LiveId" clId="{8AA71521-CC9E-45D0-89B0-3CEAA634A6A5}" dt="2025-03-02T17:47:12.805" v="4691" actId="14100"/>
          <ac:cxnSpMkLst>
            <pc:docMk/>
            <pc:sldMk cId="424400706" sldId="264"/>
            <ac:cxnSpMk id="22" creationId="{3223E605-536B-E2B1-E260-F1566E489E55}"/>
          </ac:cxnSpMkLst>
        </pc:cxnChg>
        <pc:cxnChg chg="add mod">
          <ac:chgData name="sandeep j0352" userId="3443e0e081d049d0" providerId="LiveId" clId="{8AA71521-CC9E-45D0-89B0-3CEAA634A6A5}" dt="2025-03-02T17:46:48.445" v="4686" actId="14100"/>
          <ac:cxnSpMkLst>
            <pc:docMk/>
            <pc:sldMk cId="424400706" sldId="264"/>
            <ac:cxnSpMk id="23" creationId="{976CA553-6928-F395-F6DF-64622DF02A42}"/>
          </ac:cxnSpMkLst>
        </pc:cxnChg>
        <pc:cxnChg chg="add mod">
          <ac:chgData name="sandeep j0352" userId="3443e0e081d049d0" providerId="LiveId" clId="{8AA71521-CC9E-45D0-89B0-3CEAA634A6A5}" dt="2025-03-02T17:46:43.131" v="4684" actId="14100"/>
          <ac:cxnSpMkLst>
            <pc:docMk/>
            <pc:sldMk cId="424400706" sldId="264"/>
            <ac:cxnSpMk id="24" creationId="{871AAEB8-D60E-2197-264D-14812F03390F}"/>
          </ac:cxnSpMkLst>
        </pc:cxnChg>
        <pc:cxnChg chg="add mod">
          <ac:chgData name="sandeep j0352" userId="3443e0e081d049d0" providerId="LiveId" clId="{8AA71521-CC9E-45D0-89B0-3CEAA634A6A5}" dt="2025-03-02T17:47:09.701" v="4690" actId="14100"/>
          <ac:cxnSpMkLst>
            <pc:docMk/>
            <pc:sldMk cId="424400706" sldId="264"/>
            <ac:cxnSpMk id="25" creationId="{3714879C-05C7-1C32-BB62-E37B62F6A99F}"/>
          </ac:cxnSpMkLst>
        </pc:cxnChg>
        <pc:cxnChg chg="add mod">
          <ac:chgData name="sandeep j0352" userId="3443e0e081d049d0" providerId="LiveId" clId="{8AA71521-CC9E-45D0-89B0-3CEAA634A6A5}" dt="2025-03-02T18:12:16.165" v="6185" actId="14100"/>
          <ac:cxnSpMkLst>
            <pc:docMk/>
            <pc:sldMk cId="424400706" sldId="264"/>
            <ac:cxnSpMk id="39" creationId="{8CE4D92C-846F-CED1-5AC1-E01946F0D292}"/>
          </ac:cxnSpMkLst>
        </pc:cxnChg>
        <pc:cxnChg chg="add mod">
          <ac:chgData name="sandeep j0352" userId="3443e0e081d049d0" providerId="LiveId" clId="{8AA71521-CC9E-45D0-89B0-3CEAA634A6A5}" dt="2025-03-02T17:58:30.452" v="4859" actId="14100"/>
          <ac:cxnSpMkLst>
            <pc:docMk/>
            <pc:sldMk cId="424400706" sldId="264"/>
            <ac:cxnSpMk id="64" creationId="{910E9B7E-C13C-A61E-3FDA-B0011EF94BDB}"/>
          </ac:cxnSpMkLst>
        </pc:cxnChg>
        <pc:cxnChg chg="add mod">
          <ac:chgData name="sandeep j0352" userId="3443e0e081d049d0" providerId="LiveId" clId="{8AA71521-CC9E-45D0-89B0-3CEAA634A6A5}" dt="2025-03-02T17:58:46.167" v="4862" actId="1076"/>
          <ac:cxnSpMkLst>
            <pc:docMk/>
            <pc:sldMk cId="424400706" sldId="264"/>
            <ac:cxnSpMk id="83" creationId="{7FA75F1C-64F7-78A6-62F2-FA2749687562}"/>
          </ac:cxnSpMkLst>
        </pc:cxnChg>
        <pc:cxnChg chg="add mod">
          <ac:chgData name="sandeep j0352" userId="3443e0e081d049d0" providerId="LiveId" clId="{8AA71521-CC9E-45D0-89B0-3CEAA634A6A5}" dt="2025-03-02T18:00:11.626" v="5015" actId="1037"/>
          <ac:cxnSpMkLst>
            <pc:docMk/>
            <pc:sldMk cId="424400706" sldId="264"/>
            <ac:cxnSpMk id="91" creationId="{16C5F5A2-C2B2-1B7E-472A-9691BFB65C56}"/>
          </ac:cxnSpMkLst>
        </pc:cxnChg>
        <pc:cxnChg chg="add mod">
          <ac:chgData name="sandeep j0352" userId="3443e0e081d049d0" providerId="LiveId" clId="{8AA71521-CC9E-45D0-89B0-3CEAA634A6A5}" dt="2025-03-02T18:00:06.536" v="5010" actId="1037"/>
          <ac:cxnSpMkLst>
            <pc:docMk/>
            <pc:sldMk cId="424400706" sldId="264"/>
            <ac:cxnSpMk id="92" creationId="{507B31AD-3E97-FB60-69FF-1CC9298B2B35}"/>
          </ac:cxnSpMkLst>
        </pc:cxnChg>
        <pc:cxnChg chg="add mod">
          <ac:chgData name="sandeep j0352" userId="3443e0e081d049d0" providerId="LiveId" clId="{8AA71521-CC9E-45D0-89B0-3CEAA634A6A5}" dt="2025-03-02T18:10:15.256" v="6082" actId="1035"/>
          <ac:cxnSpMkLst>
            <pc:docMk/>
            <pc:sldMk cId="424400706" sldId="264"/>
            <ac:cxnSpMk id="97" creationId="{68617A30-107D-8260-1B24-26BB5B858B5D}"/>
          </ac:cxnSpMkLst>
        </pc:cxnChg>
        <pc:cxnChg chg="add mod">
          <ac:chgData name="sandeep j0352" userId="3443e0e081d049d0" providerId="LiveId" clId="{8AA71521-CC9E-45D0-89B0-3CEAA634A6A5}" dt="2025-03-02T18:07:46.702" v="5987" actId="14100"/>
          <ac:cxnSpMkLst>
            <pc:docMk/>
            <pc:sldMk cId="424400706" sldId="264"/>
            <ac:cxnSpMk id="98" creationId="{BF9D8DA9-007C-888E-EB9E-33741E253AB9}"/>
          </ac:cxnSpMkLst>
        </pc:cxnChg>
        <pc:cxnChg chg="add mod">
          <ac:chgData name="sandeep j0352" userId="3443e0e081d049d0" providerId="LiveId" clId="{8AA71521-CC9E-45D0-89B0-3CEAA634A6A5}" dt="2025-03-02T18:03:28.638" v="5741" actId="1076"/>
          <ac:cxnSpMkLst>
            <pc:docMk/>
            <pc:sldMk cId="424400706" sldId="264"/>
            <ac:cxnSpMk id="104" creationId="{977140B6-8882-17CF-5488-FE3244883D1A}"/>
          </ac:cxnSpMkLst>
        </pc:cxnChg>
        <pc:cxnChg chg="add mod">
          <ac:chgData name="sandeep j0352" userId="3443e0e081d049d0" providerId="LiveId" clId="{8AA71521-CC9E-45D0-89B0-3CEAA634A6A5}" dt="2025-03-02T18:02:06.773" v="5327" actId="1037"/>
          <ac:cxnSpMkLst>
            <pc:docMk/>
            <pc:sldMk cId="424400706" sldId="264"/>
            <ac:cxnSpMk id="106" creationId="{C98859A8-657B-E3A0-7266-510FB65486C5}"/>
          </ac:cxnSpMkLst>
        </pc:cxnChg>
        <pc:cxnChg chg="add mod">
          <ac:chgData name="sandeep j0352" userId="3443e0e081d049d0" providerId="LiveId" clId="{8AA71521-CC9E-45D0-89B0-3CEAA634A6A5}" dt="2025-03-02T18:02:21.733" v="5384" actId="1037"/>
          <ac:cxnSpMkLst>
            <pc:docMk/>
            <pc:sldMk cId="424400706" sldId="264"/>
            <ac:cxnSpMk id="110" creationId="{C37B1CBE-AEA8-15E6-A035-6087FD5E270F}"/>
          </ac:cxnSpMkLst>
        </pc:cxnChg>
        <pc:cxnChg chg="add mod">
          <ac:chgData name="sandeep j0352" userId="3443e0e081d049d0" providerId="LiveId" clId="{8AA71521-CC9E-45D0-89B0-3CEAA634A6A5}" dt="2025-03-02T18:02:36.986" v="5471" actId="1035"/>
          <ac:cxnSpMkLst>
            <pc:docMk/>
            <pc:sldMk cId="424400706" sldId="264"/>
            <ac:cxnSpMk id="112" creationId="{B646568A-BDF9-B58E-4977-D9157F14AEDB}"/>
          </ac:cxnSpMkLst>
        </pc:cxnChg>
        <pc:cxnChg chg="add mod">
          <ac:chgData name="sandeep j0352" userId="3443e0e081d049d0" providerId="LiveId" clId="{8AA71521-CC9E-45D0-89B0-3CEAA634A6A5}" dt="2025-03-02T18:02:49.266" v="5574" actId="1037"/>
          <ac:cxnSpMkLst>
            <pc:docMk/>
            <pc:sldMk cId="424400706" sldId="264"/>
            <ac:cxnSpMk id="114" creationId="{564F7EB3-E1DC-C8F9-8D65-B5E19AFFC501}"/>
          </ac:cxnSpMkLst>
        </pc:cxnChg>
        <pc:cxnChg chg="add mod">
          <ac:chgData name="sandeep j0352" userId="3443e0e081d049d0" providerId="LiveId" clId="{8AA71521-CC9E-45D0-89B0-3CEAA634A6A5}" dt="2025-03-02T18:03:04.888" v="5693" actId="1037"/>
          <ac:cxnSpMkLst>
            <pc:docMk/>
            <pc:sldMk cId="424400706" sldId="264"/>
            <ac:cxnSpMk id="116" creationId="{6374AB58-ED08-D6CC-CFB7-F9CD92F2E4B5}"/>
          </ac:cxnSpMkLst>
        </pc:cxnChg>
        <pc:cxnChg chg="add mod">
          <ac:chgData name="sandeep j0352" userId="3443e0e081d049d0" providerId="LiveId" clId="{8AA71521-CC9E-45D0-89B0-3CEAA634A6A5}" dt="2025-03-02T18:03:43.287" v="5745" actId="14100"/>
          <ac:cxnSpMkLst>
            <pc:docMk/>
            <pc:sldMk cId="424400706" sldId="264"/>
            <ac:cxnSpMk id="119" creationId="{AFFAD02A-2C7F-37D0-CE9F-227C31035B8A}"/>
          </ac:cxnSpMkLst>
        </pc:cxnChg>
        <pc:cxnChg chg="add mod">
          <ac:chgData name="sandeep j0352" userId="3443e0e081d049d0" providerId="LiveId" clId="{8AA71521-CC9E-45D0-89B0-3CEAA634A6A5}" dt="2025-03-02T18:04:00.865" v="5750" actId="1076"/>
          <ac:cxnSpMkLst>
            <pc:docMk/>
            <pc:sldMk cId="424400706" sldId="264"/>
            <ac:cxnSpMk id="121" creationId="{1694CEF0-6288-0755-0622-0B02152FBBBA}"/>
          </ac:cxnSpMkLst>
        </pc:cxnChg>
        <pc:cxnChg chg="add mod">
          <ac:chgData name="sandeep j0352" userId="3443e0e081d049d0" providerId="LiveId" clId="{8AA71521-CC9E-45D0-89B0-3CEAA634A6A5}" dt="2025-03-02T18:04:10.376" v="5752" actId="1076"/>
          <ac:cxnSpMkLst>
            <pc:docMk/>
            <pc:sldMk cId="424400706" sldId="264"/>
            <ac:cxnSpMk id="123" creationId="{1DEA7FD3-A7D2-4B0E-A0DC-922F4A3DF297}"/>
          </ac:cxnSpMkLst>
        </pc:cxnChg>
        <pc:cxnChg chg="add mod">
          <ac:chgData name="sandeep j0352" userId="3443e0e081d049d0" providerId="LiveId" clId="{8AA71521-CC9E-45D0-89B0-3CEAA634A6A5}" dt="2025-03-02T18:05:03.863" v="5815" actId="1076"/>
          <ac:cxnSpMkLst>
            <pc:docMk/>
            <pc:sldMk cId="424400706" sldId="264"/>
            <ac:cxnSpMk id="134" creationId="{F115829C-CA93-9D04-523D-75E41116170E}"/>
          </ac:cxnSpMkLst>
        </pc:cxnChg>
        <pc:cxnChg chg="add mod">
          <ac:chgData name="sandeep j0352" userId="3443e0e081d049d0" providerId="LiveId" clId="{8AA71521-CC9E-45D0-89B0-3CEAA634A6A5}" dt="2025-03-02T18:04:55.585" v="5814" actId="1076"/>
          <ac:cxnSpMkLst>
            <pc:docMk/>
            <pc:sldMk cId="424400706" sldId="264"/>
            <ac:cxnSpMk id="135" creationId="{C4677966-773E-1DB6-4EF8-3E7B75D17B25}"/>
          </ac:cxnSpMkLst>
        </pc:cxnChg>
        <pc:cxnChg chg="add mod">
          <ac:chgData name="sandeep j0352" userId="3443e0e081d049d0" providerId="LiveId" clId="{8AA71521-CC9E-45D0-89B0-3CEAA634A6A5}" dt="2025-03-02T18:05:23.913" v="5872" actId="1037"/>
          <ac:cxnSpMkLst>
            <pc:docMk/>
            <pc:sldMk cId="424400706" sldId="264"/>
            <ac:cxnSpMk id="144" creationId="{F88245CA-98C9-16FE-94D7-30CB7737BF3D}"/>
          </ac:cxnSpMkLst>
        </pc:cxnChg>
        <pc:cxnChg chg="add mod">
          <ac:chgData name="sandeep j0352" userId="3443e0e081d049d0" providerId="LiveId" clId="{8AA71521-CC9E-45D0-89B0-3CEAA634A6A5}" dt="2025-03-02T18:05:33.288" v="5876" actId="14100"/>
          <ac:cxnSpMkLst>
            <pc:docMk/>
            <pc:sldMk cId="424400706" sldId="264"/>
            <ac:cxnSpMk id="145" creationId="{E1F27477-E3F9-6BCA-7FF1-B7DE9FBA529B}"/>
          </ac:cxnSpMkLst>
        </pc:cxnChg>
        <pc:cxnChg chg="add mod">
          <ac:chgData name="sandeep j0352" userId="3443e0e081d049d0" providerId="LiveId" clId="{8AA71521-CC9E-45D0-89B0-3CEAA634A6A5}" dt="2025-03-02T18:10:15.256" v="6082" actId="1035"/>
          <ac:cxnSpMkLst>
            <pc:docMk/>
            <pc:sldMk cId="424400706" sldId="264"/>
            <ac:cxnSpMk id="149" creationId="{8A8ECBDA-E643-E330-0FB4-743E310370E0}"/>
          </ac:cxnSpMkLst>
        </pc:cxnChg>
        <pc:cxnChg chg="add mod">
          <ac:chgData name="sandeep j0352" userId="3443e0e081d049d0" providerId="LiveId" clId="{8AA71521-CC9E-45D0-89B0-3CEAA634A6A5}" dt="2025-03-02T18:09:07.565" v="6034" actId="14100"/>
          <ac:cxnSpMkLst>
            <pc:docMk/>
            <pc:sldMk cId="424400706" sldId="264"/>
            <ac:cxnSpMk id="164" creationId="{4C859828-022D-270F-851D-C1436B983314}"/>
          </ac:cxnSpMkLst>
        </pc:cxnChg>
        <pc:cxnChg chg="add mod">
          <ac:chgData name="sandeep j0352" userId="3443e0e081d049d0" providerId="LiveId" clId="{8AA71521-CC9E-45D0-89B0-3CEAA634A6A5}" dt="2025-03-02T18:09:12.880" v="6037" actId="14100"/>
          <ac:cxnSpMkLst>
            <pc:docMk/>
            <pc:sldMk cId="424400706" sldId="264"/>
            <ac:cxnSpMk id="167" creationId="{3CE544FE-0DD7-3C6E-2548-AC5CC2DB432B}"/>
          </ac:cxnSpMkLst>
        </pc:cxnChg>
      </pc:sldChg>
      <pc:sldChg chg="addSp delSp modSp new mod modTransition">
        <pc:chgData name="sandeep j0352" userId="3443e0e081d049d0" providerId="LiveId" clId="{8AA71521-CC9E-45D0-89B0-3CEAA634A6A5}" dt="2025-03-14T08:16:33.415" v="6981"/>
        <pc:sldMkLst>
          <pc:docMk/>
          <pc:sldMk cId="4249998331" sldId="265"/>
        </pc:sldMkLst>
        <pc:spChg chg="mod">
          <ac:chgData name="sandeep j0352" userId="3443e0e081d049d0" providerId="LiveId" clId="{8AA71521-CC9E-45D0-89B0-3CEAA634A6A5}" dt="2025-03-14T07:47:24.200" v="6872" actId="1076"/>
          <ac:spMkLst>
            <pc:docMk/>
            <pc:sldMk cId="4249998331" sldId="265"/>
            <ac:spMk id="2" creationId="{92A1FAF7-2BAF-4383-7E45-8CD8E46F989F}"/>
          </ac:spMkLst>
        </pc:spChg>
        <pc:spChg chg="add mod">
          <ac:chgData name="sandeep j0352" userId="3443e0e081d049d0" providerId="LiveId" clId="{8AA71521-CC9E-45D0-89B0-3CEAA634A6A5}" dt="2025-03-14T07:39:59.593" v="6726" actId="1076"/>
          <ac:spMkLst>
            <pc:docMk/>
            <pc:sldMk cId="4249998331" sldId="265"/>
            <ac:spMk id="7" creationId="{7D34D906-6D89-AD2E-8028-232F30FA2252}"/>
          </ac:spMkLst>
        </pc:spChg>
        <pc:spChg chg="add mod">
          <ac:chgData name="sandeep j0352" userId="3443e0e081d049d0" providerId="LiveId" clId="{8AA71521-CC9E-45D0-89B0-3CEAA634A6A5}" dt="2025-03-14T07:40:28.818" v="6735" actId="1076"/>
          <ac:spMkLst>
            <pc:docMk/>
            <pc:sldMk cId="4249998331" sldId="265"/>
            <ac:spMk id="8" creationId="{AA1B42A9-35C0-FECF-51E2-73D4A6DEA584}"/>
          </ac:spMkLst>
        </pc:spChg>
        <pc:spChg chg="add mod">
          <ac:chgData name="sandeep j0352" userId="3443e0e081d049d0" providerId="LiveId" clId="{8AA71521-CC9E-45D0-89B0-3CEAA634A6A5}" dt="2025-03-14T07:49:29.475" v="6925" actId="1076"/>
          <ac:spMkLst>
            <pc:docMk/>
            <pc:sldMk cId="4249998331" sldId="265"/>
            <ac:spMk id="9" creationId="{75714D22-D594-91EF-8354-CC6AD3F34953}"/>
          </ac:spMkLst>
        </pc:spChg>
        <pc:spChg chg="add mod">
          <ac:chgData name="sandeep j0352" userId="3443e0e081d049d0" providerId="LiveId" clId="{8AA71521-CC9E-45D0-89B0-3CEAA634A6A5}" dt="2025-03-14T07:47:44.446" v="6898" actId="1076"/>
          <ac:spMkLst>
            <pc:docMk/>
            <pc:sldMk cId="4249998331" sldId="265"/>
            <ac:spMk id="10" creationId="{A0C81C1A-EB35-55A3-0FB4-2F0BF6CDFC95}"/>
          </ac:spMkLst>
        </pc:spChg>
        <pc:spChg chg="add mod">
          <ac:chgData name="sandeep j0352" userId="3443e0e081d049d0" providerId="LiveId" clId="{8AA71521-CC9E-45D0-89B0-3CEAA634A6A5}" dt="2025-03-14T07:47:56.456" v="6901" actId="1076"/>
          <ac:spMkLst>
            <pc:docMk/>
            <pc:sldMk cId="4249998331" sldId="265"/>
            <ac:spMk id="11" creationId="{010E92C9-9841-9431-7601-65F994C0238F}"/>
          </ac:spMkLst>
        </pc:spChg>
        <pc:spChg chg="add mod">
          <ac:chgData name="sandeep j0352" userId="3443e0e081d049d0" providerId="LiveId" clId="{8AA71521-CC9E-45D0-89B0-3CEAA634A6A5}" dt="2025-03-14T07:47:48.839" v="6899" actId="1076"/>
          <ac:spMkLst>
            <pc:docMk/>
            <pc:sldMk cId="4249998331" sldId="265"/>
            <ac:spMk id="12" creationId="{2DD58263-4EA3-BA28-4EB0-3A10BE758B86}"/>
          </ac:spMkLst>
        </pc:spChg>
        <pc:spChg chg="add mod">
          <ac:chgData name="sandeep j0352" userId="3443e0e081d049d0" providerId="LiveId" clId="{8AA71521-CC9E-45D0-89B0-3CEAA634A6A5}" dt="2025-03-14T07:47:53.379" v="6900" actId="1076"/>
          <ac:spMkLst>
            <pc:docMk/>
            <pc:sldMk cId="4249998331" sldId="265"/>
            <ac:spMk id="13" creationId="{78E919F5-E555-A385-D498-2FB7BBA890B6}"/>
          </ac:spMkLst>
        </pc:spChg>
        <pc:spChg chg="add mod">
          <ac:chgData name="sandeep j0352" userId="3443e0e081d049d0" providerId="LiveId" clId="{8AA71521-CC9E-45D0-89B0-3CEAA634A6A5}" dt="2025-03-14T07:47:59.210" v="6902" actId="1076"/>
          <ac:spMkLst>
            <pc:docMk/>
            <pc:sldMk cId="4249998331" sldId="265"/>
            <ac:spMk id="14" creationId="{8C8716FB-1A85-990A-2A3C-8D01DD001308}"/>
          </ac:spMkLst>
        </pc:spChg>
        <pc:spChg chg="add mod">
          <ac:chgData name="sandeep j0352" userId="3443e0e081d049d0" providerId="LiveId" clId="{8AA71521-CC9E-45D0-89B0-3CEAA634A6A5}" dt="2025-03-14T07:49:54.647" v="6929" actId="1076"/>
          <ac:spMkLst>
            <pc:docMk/>
            <pc:sldMk cId="4249998331" sldId="265"/>
            <ac:spMk id="29" creationId="{D46D03B8-439E-E3B9-8306-72FBE27BC4D3}"/>
          </ac:spMkLst>
        </pc:spChg>
        <pc:spChg chg="add mod">
          <ac:chgData name="sandeep j0352" userId="3443e0e081d049d0" providerId="LiveId" clId="{8AA71521-CC9E-45D0-89B0-3CEAA634A6A5}" dt="2025-03-14T07:51:16.827" v="6930" actId="1076"/>
          <ac:spMkLst>
            <pc:docMk/>
            <pc:sldMk cId="4249998331" sldId="265"/>
            <ac:spMk id="30" creationId="{C43BD6BA-509F-F84C-AC50-13D21F41C60A}"/>
          </ac:spMkLst>
        </pc:spChg>
        <pc:spChg chg="add mod">
          <ac:chgData name="sandeep j0352" userId="3443e0e081d049d0" providerId="LiveId" clId="{8AA71521-CC9E-45D0-89B0-3CEAA634A6A5}" dt="2025-03-14T07:46:44.363" v="6857" actId="207"/>
          <ac:spMkLst>
            <pc:docMk/>
            <pc:sldMk cId="4249998331" sldId="265"/>
            <ac:spMk id="35" creationId="{46274E73-C8C0-C3CE-923A-64E86377F96D}"/>
          </ac:spMkLst>
        </pc:spChg>
        <pc:spChg chg="add mod">
          <ac:chgData name="sandeep j0352" userId="3443e0e081d049d0" providerId="LiveId" clId="{8AA71521-CC9E-45D0-89B0-3CEAA634A6A5}" dt="2025-03-14T07:46:48.894" v="6859" actId="207"/>
          <ac:spMkLst>
            <pc:docMk/>
            <pc:sldMk cId="4249998331" sldId="265"/>
            <ac:spMk id="36" creationId="{70B16E62-88B4-ED13-2452-646AFBFFCFCD}"/>
          </ac:spMkLst>
        </pc:spChg>
        <pc:spChg chg="add mod">
          <ac:chgData name="sandeep j0352" userId="3443e0e081d049d0" providerId="LiveId" clId="{8AA71521-CC9E-45D0-89B0-3CEAA634A6A5}" dt="2025-03-14T07:47:31.563" v="6896" actId="1038"/>
          <ac:spMkLst>
            <pc:docMk/>
            <pc:sldMk cId="4249998331" sldId="265"/>
            <ac:spMk id="37" creationId="{FEB15C61-546A-21E1-09B8-B907E3C9E8E0}"/>
          </ac:spMkLst>
        </pc:spChg>
        <pc:spChg chg="add mod">
          <ac:chgData name="sandeep j0352" userId="3443e0e081d049d0" providerId="LiveId" clId="{8AA71521-CC9E-45D0-89B0-3CEAA634A6A5}" dt="2025-03-14T07:48:48.644" v="6914" actId="20577"/>
          <ac:spMkLst>
            <pc:docMk/>
            <pc:sldMk cId="4249998331" sldId="265"/>
            <ac:spMk id="46" creationId="{B3250129-3883-4ACF-DC92-2C9969B0D926}"/>
          </ac:spMkLst>
        </pc:spChg>
        <pc:spChg chg="add mod">
          <ac:chgData name="sandeep j0352" userId="3443e0e081d049d0" providerId="LiveId" clId="{8AA71521-CC9E-45D0-89B0-3CEAA634A6A5}" dt="2025-03-14T07:51:28.076" v="6950" actId="20577"/>
          <ac:spMkLst>
            <pc:docMk/>
            <pc:sldMk cId="4249998331" sldId="265"/>
            <ac:spMk id="55" creationId="{2FDD37A4-B15D-BEB7-5A38-B371B5905C83}"/>
          </ac:spMkLst>
        </pc:spChg>
        <pc:spChg chg="add mod">
          <ac:chgData name="sandeep j0352" userId="3443e0e081d049d0" providerId="LiveId" clId="{8AA71521-CC9E-45D0-89B0-3CEAA634A6A5}" dt="2025-03-14T07:51:41.037" v="6968" actId="20577"/>
          <ac:spMkLst>
            <pc:docMk/>
            <pc:sldMk cId="4249998331" sldId="265"/>
            <ac:spMk id="56" creationId="{A3CEB0A1-7EF2-F925-9AC8-29612F927389}"/>
          </ac:spMkLst>
        </pc:spChg>
        <pc:picChg chg="add mod">
          <ac:chgData name="sandeep j0352" userId="3443e0e081d049d0" providerId="LiveId" clId="{8AA71521-CC9E-45D0-89B0-3CEAA634A6A5}" dt="2025-03-14T07:40:24.626" v="6734" actId="1076"/>
          <ac:picMkLst>
            <pc:docMk/>
            <pc:sldMk cId="4249998331" sldId="265"/>
            <ac:picMk id="5" creationId="{1A627F4F-6586-37F5-0D35-030B2E474B8B}"/>
          </ac:picMkLst>
        </pc:picChg>
        <pc:picChg chg="add mod">
          <ac:chgData name="sandeep j0352" userId="3443e0e081d049d0" providerId="LiveId" clId="{8AA71521-CC9E-45D0-89B0-3CEAA634A6A5}" dt="2025-03-14T07:40:02.871" v="6727" actId="1076"/>
          <ac:picMkLst>
            <pc:docMk/>
            <pc:sldMk cId="4249998331" sldId="265"/>
            <ac:picMk id="6" creationId="{F633FA6F-F3A1-788E-7A52-088E8C7147B0}"/>
          </ac:picMkLst>
        </pc:picChg>
        <pc:picChg chg="add mod">
          <ac:chgData name="sandeep j0352" userId="3443e0e081d049d0" providerId="LiveId" clId="{8AA71521-CC9E-45D0-89B0-3CEAA634A6A5}" dt="2025-03-14T07:45:58.123" v="6838" actId="207"/>
          <ac:picMkLst>
            <pc:docMk/>
            <pc:sldMk cId="4249998331" sldId="265"/>
            <ac:picMk id="32" creationId="{63F256E9-542C-D4B8-2059-4A47CC48C241}"/>
          </ac:picMkLst>
        </pc:picChg>
        <pc:picChg chg="add mod">
          <ac:chgData name="sandeep j0352" userId="3443e0e081d049d0" providerId="LiveId" clId="{8AA71521-CC9E-45D0-89B0-3CEAA634A6A5}" dt="2025-03-14T07:45:58.123" v="6838" actId="207"/>
          <ac:picMkLst>
            <pc:docMk/>
            <pc:sldMk cId="4249998331" sldId="265"/>
            <ac:picMk id="33" creationId="{254D96CA-92FC-B2B1-A7F5-DF440325736A}"/>
          </ac:picMkLst>
        </pc:picChg>
        <pc:picChg chg="add mod">
          <ac:chgData name="sandeep j0352" userId="3443e0e081d049d0" providerId="LiveId" clId="{8AA71521-CC9E-45D0-89B0-3CEAA634A6A5}" dt="2025-03-14T07:47:31.563" v="6896" actId="1038"/>
          <ac:picMkLst>
            <pc:docMk/>
            <pc:sldMk cId="4249998331" sldId="265"/>
            <ac:picMk id="34" creationId="{A98B3586-6B5E-75EF-CABB-AC552AB2BA81}"/>
          </ac:picMkLst>
        </pc:picChg>
        <pc:cxnChg chg="add mod">
          <ac:chgData name="sandeep j0352" userId="3443e0e081d049d0" providerId="LiveId" clId="{8AA71521-CC9E-45D0-89B0-3CEAA634A6A5}" dt="2025-03-14T07:49:13.982" v="6920" actId="14100"/>
          <ac:cxnSpMkLst>
            <pc:docMk/>
            <pc:sldMk cId="4249998331" sldId="265"/>
            <ac:cxnSpMk id="16" creationId="{0163068C-35EE-16CC-FA3D-F204D2009F48}"/>
          </ac:cxnSpMkLst>
        </pc:cxnChg>
        <pc:cxnChg chg="add mod">
          <ac:chgData name="sandeep j0352" userId="3443e0e081d049d0" providerId="LiveId" clId="{8AA71521-CC9E-45D0-89B0-3CEAA634A6A5}" dt="2025-03-14T07:49:10.162" v="6919" actId="14100"/>
          <ac:cxnSpMkLst>
            <pc:docMk/>
            <pc:sldMk cId="4249998331" sldId="265"/>
            <ac:cxnSpMk id="19" creationId="{7CD1094D-22B5-48B9-E4E5-4AA2455CC52F}"/>
          </ac:cxnSpMkLst>
        </pc:cxnChg>
        <pc:cxnChg chg="add mod">
          <ac:chgData name="sandeep j0352" userId="3443e0e081d049d0" providerId="LiveId" clId="{8AA71521-CC9E-45D0-89B0-3CEAA634A6A5}" dt="2025-03-14T07:49:24.797" v="6922" actId="14100"/>
          <ac:cxnSpMkLst>
            <pc:docMk/>
            <pc:sldMk cId="4249998331" sldId="265"/>
            <ac:cxnSpMk id="20" creationId="{504C7742-9B2D-5519-F04A-4FFE6B7E0769}"/>
          </ac:cxnSpMkLst>
        </pc:cxnChg>
        <pc:cxnChg chg="add mod">
          <ac:chgData name="sandeep j0352" userId="3443e0e081d049d0" providerId="LiveId" clId="{8AA71521-CC9E-45D0-89B0-3CEAA634A6A5}" dt="2025-03-14T07:49:32.896" v="6927" actId="14100"/>
          <ac:cxnSpMkLst>
            <pc:docMk/>
            <pc:sldMk cId="4249998331" sldId="265"/>
            <ac:cxnSpMk id="24" creationId="{88DFF26B-F880-04D6-F792-F2035EADD51B}"/>
          </ac:cxnSpMkLst>
        </pc:cxnChg>
      </pc:sldChg>
      <pc:sldChg chg="addSp delSp modSp new del mod modTransition modAnim">
        <pc:chgData name="sandeep j0352" userId="3443e0e081d049d0" providerId="LiveId" clId="{8AA71521-CC9E-45D0-89B0-3CEAA634A6A5}" dt="2025-03-14T18:29:11.356" v="7051" actId="47"/>
        <pc:sldMkLst>
          <pc:docMk/>
          <pc:sldMk cId="1999126292" sldId="266"/>
        </pc:sldMkLst>
      </pc:sldChg>
      <pc:sldChg chg="addSp modSp new mod">
        <pc:chgData name="sandeep j0352" userId="3443e0e081d049d0" providerId="LiveId" clId="{8AA71521-CC9E-45D0-89B0-3CEAA634A6A5}" dt="2025-03-14T18:30:05.223" v="7060" actId="1076"/>
        <pc:sldMkLst>
          <pc:docMk/>
          <pc:sldMk cId="3680830297" sldId="266"/>
        </pc:sldMkLst>
        <pc:spChg chg="add mod">
          <ac:chgData name="sandeep j0352" userId="3443e0e081d049d0" providerId="LiveId" clId="{8AA71521-CC9E-45D0-89B0-3CEAA634A6A5}" dt="2025-03-14T18:30:05.223" v="7060" actId="1076"/>
          <ac:spMkLst>
            <pc:docMk/>
            <pc:sldMk cId="3680830297" sldId="266"/>
            <ac:spMk id="4" creationId="{2959C46B-7C3B-183A-6687-CCBACFA88764}"/>
          </ac:spMkLst>
        </pc:spChg>
        <pc:picChg chg="add mod">
          <ac:chgData name="sandeep j0352" userId="3443e0e081d049d0" providerId="LiveId" clId="{8AA71521-CC9E-45D0-89B0-3CEAA634A6A5}" dt="2025-03-14T18:29:58.196" v="7057" actId="1076"/>
          <ac:picMkLst>
            <pc:docMk/>
            <pc:sldMk cId="3680830297" sldId="266"/>
            <ac:picMk id="2" creationId="{68F16DFC-084C-1F87-E3C7-1A2CEDA61DDB}"/>
          </ac:picMkLst>
        </pc:picChg>
      </pc:sldChg>
      <pc:sldChg chg="addSp delSp modSp new mod ord">
        <pc:chgData name="sandeep j0352" userId="3443e0e081d049d0" providerId="LiveId" clId="{8AA71521-CC9E-45D0-89B0-3CEAA634A6A5}" dt="2025-03-19T03:11:44.357" v="7128" actId="22"/>
        <pc:sldMkLst>
          <pc:docMk/>
          <pc:sldMk cId="2603863420" sldId="267"/>
        </pc:sldMkLst>
        <pc:spChg chg="mod">
          <ac:chgData name="sandeep j0352" userId="3443e0e081d049d0" providerId="LiveId" clId="{8AA71521-CC9E-45D0-89B0-3CEAA634A6A5}" dt="2025-03-19T03:09:58.085" v="7120" actId="20577"/>
          <ac:spMkLst>
            <pc:docMk/>
            <pc:sldMk cId="2603863420" sldId="267"/>
            <ac:spMk id="2" creationId="{AB22C81A-0D28-5F9A-C537-B6B39F6F5CBB}"/>
          </ac:spMkLst>
        </pc:spChg>
        <pc:spChg chg="del mod">
          <ac:chgData name="sandeep j0352" userId="3443e0e081d049d0" providerId="LiveId" clId="{8AA71521-CC9E-45D0-89B0-3CEAA634A6A5}" dt="2025-03-19T03:10:44.201" v="7121"/>
          <ac:spMkLst>
            <pc:docMk/>
            <pc:sldMk cId="2603863420" sldId="267"/>
            <ac:spMk id="3" creationId="{3C50A978-1722-3D34-D354-851724583B44}"/>
          </ac:spMkLst>
        </pc:spChg>
        <pc:picChg chg="add mod">
          <ac:chgData name="sandeep j0352" userId="3443e0e081d049d0" providerId="LiveId" clId="{8AA71521-CC9E-45D0-89B0-3CEAA634A6A5}" dt="2025-03-19T03:11:00.273" v="7126" actId="1076"/>
          <ac:picMkLst>
            <pc:docMk/>
            <pc:sldMk cId="2603863420" sldId="267"/>
            <ac:picMk id="5" creationId="{1BDA90BF-F12D-2F26-8E70-002FE5CF68C5}"/>
          </ac:picMkLst>
        </pc:picChg>
        <pc:picChg chg="add del">
          <ac:chgData name="sandeep j0352" userId="3443e0e081d049d0" providerId="LiveId" clId="{8AA71521-CC9E-45D0-89B0-3CEAA634A6A5}" dt="2025-03-19T03:11:44.357" v="7128" actId="22"/>
          <ac:picMkLst>
            <pc:docMk/>
            <pc:sldMk cId="2603863420" sldId="267"/>
            <ac:picMk id="7" creationId="{D0508E4A-AE94-F5C7-FBD2-3DD790DAA03C}"/>
          </ac:picMkLst>
        </pc:picChg>
      </pc:sldChg>
    </pc:docChg>
  </pc:docChgLst>
  <pc:docChgLst>
    <pc:chgData name="sandeepj 0352" userId="3443e0e081d049d0" providerId="LiveId" clId="{C1E8E793-3B2D-4530-BD69-846DC0E33419}"/>
    <pc:docChg chg="custSel modSld">
      <pc:chgData name="sandeepj 0352" userId="3443e0e081d049d0" providerId="LiveId" clId="{C1E8E793-3B2D-4530-BD69-846DC0E33419}" dt="2024-11-20T07:51:53.882" v="194" actId="1076"/>
      <pc:docMkLst>
        <pc:docMk/>
      </pc:docMkLst>
      <pc:sldChg chg="addSp delSp modSp mod">
        <pc:chgData name="sandeepj 0352" userId="3443e0e081d049d0" providerId="LiveId" clId="{C1E8E793-3B2D-4530-BD69-846DC0E33419}" dt="2024-11-20T07:51:53.882" v="194" actId="1076"/>
        <pc:sldMkLst>
          <pc:docMk/>
          <pc:sldMk cId="2327244002" sldId="256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A115B5-1323-4046-9F65-2504AC07B74C}" type="doc">
      <dgm:prSet loTypeId="urn:microsoft.com/office/officeart/2005/8/layout/cycle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C40034F-DE77-41F7-9C6F-3E506A9FBE23}">
      <dgm:prSet custT="1"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IN" sz="900" dirty="0">
              <a:latin typeface="Segoe UI" panose="020B0502040204020203" pitchFamily="34" charset="0"/>
              <a:cs typeface="Segoe UI" panose="020B0502040204020203" pitchFamily="34" charset="0"/>
            </a:rPr>
            <a:t>Credentials</a:t>
          </a:r>
        </a:p>
      </dgm:t>
    </dgm:pt>
    <dgm:pt modelId="{C7506832-C387-485C-B4C4-C5E69804D1A4}" type="parTrans" cxnId="{9833CD1F-390F-4994-B4F8-D80DDEEA7D62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2821A712-6A99-45C7-8EC5-DAE5E8607241}" type="sibTrans" cxnId="{9833CD1F-390F-4994-B4F8-D80DDEEA7D62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78A19D2B-5177-4890-885C-2192571FCCCE}">
      <dgm:prSet custT="1"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IN" sz="900" dirty="0">
              <a:latin typeface="Segoe UI" panose="020B0502040204020203" pitchFamily="34" charset="0"/>
              <a:cs typeface="Segoe UI" panose="020B0502040204020203" pitchFamily="34" charset="0"/>
            </a:rPr>
            <a:t>Unpatched software</a:t>
          </a:r>
        </a:p>
      </dgm:t>
    </dgm:pt>
    <dgm:pt modelId="{77D2E067-EA23-4992-95F5-9E4A171A3952}" type="parTrans" cxnId="{82276554-70DA-4BC5-903E-E102AA48DB4B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CA2EDAA0-BD94-49CC-AF3E-29618A2F9822}" type="sibTrans" cxnId="{82276554-70DA-4BC5-903E-E102AA48DB4B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ADD0F370-B1DA-4EE6-BA62-E18F65D57B5D}">
      <dgm:prSet custT="1"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IN" sz="900" dirty="0">
              <a:latin typeface="Segoe UI" panose="020B0502040204020203" pitchFamily="34" charset="0"/>
              <a:cs typeface="Segoe UI" panose="020B0502040204020203" pitchFamily="34" charset="0"/>
            </a:rPr>
            <a:t>Password issues</a:t>
          </a:r>
        </a:p>
      </dgm:t>
    </dgm:pt>
    <dgm:pt modelId="{354B2CF9-4798-4277-8E65-EDFA3999B0E1}" type="parTrans" cxnId="{7CD2111A-1BB0-409D-8E47-8DA2349EBC0C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5A45BEDB-D857-4DE0-A33A-1206C36D5125}" type="sibTrans" cxnId="{7CD2111A-1BB0-409D-8E47-8DA2349EBC0C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951693A4-A161-4D98-AF99-740F72AA2143}">
      <dgm:prSet custT="1"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IN" sz="900" dirty="0">
              <a:latin typeface="Segoe UI" panose="020B0502040204020203" pitchFamily="34" charset="0"/>
              <a:cs typeface="Segoe UI" panose="020B0502040204020203" pitchFamily="34" charset="0"/>
            </a:rPr>
            <a:t>Misconfigurations</a:t>
          </a:r>
        </a:p>
      </dgm:t>
    </dgm:pt>
    <dgm:pt modelId="{70FEED8A-6518-463A-8833-CEFB29A345F4}" type="parTrans" cxnId="{290E6924-F175-4CA2-8601-310D77927A96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AE12F0A8-2E22-44BB-9BE2-4B290158C07A}" type="sibTrans" cxnId="{290E6924-F175-4CA2-8601-310D77927A96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2CE5E2DB-16C1-4153-BCAB-BDCA077624DD}">
      <dgm:prSet custT="1"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IN" sz="900" dirty="0">
              <a:latin typeface="Segoe UI" panose="020B0502040204020203" pitchFamily="34" charset="0"/>
              <a:cs typeface="Segoe UI" panose="020B0502040204020203" pitchFamily="34" charset="0"/>
            </a:rPr>
            <a:t>Encryption issues</a:t>
          </a:r>
        </a:p>
      </dgm:t>
    </dgm:pt>
    <dgm:pt modelId="{54988423-1B38-4761-B7E4-1BB1A03C2FAB}" type="parTrans" cxnId="{4B0E2B66-4B79-4155-86F9-3CF0E2C7B799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3FA25E67-AD6F-46C5-B1D3-386D90350751}" type="sibTrans" cxnId="{4B0E2B66-4B79-4155-86F9-3CF0E2C7B799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4758EAB7-78EF-40AD-9418-B39B39B30F24}">
      <dgm:prSet custT="1"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IN" sz="900" dirty="0">
              <a:latin typeface="Segoe UI" panose="020B0502040204020203" pitchFamily="34" charset="0"/>
              <a:cs typeface="Segoe UI" panose="020B0502040204020203" pitchFamily="34" charset="0"/>
            </a:rPr>
            <a:t>Network segmentation</a:t>
          </a:r>
        </a:p>
      </dgm:t>
    </dgm:pt>
    <dgm:pt modelId="{B5B5CB02-9530-4FE7-A639-CFF58C718913}" type="parTrans" cxnId="{10393C20-69B8-4100-91E0-68413F184931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6F23426C-30BA-4E1E-AF18-72F249836D1B}" type="sibTrans" cxnId="{10393C20-69B8-4100-91E0-68413F184931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59450AB0-4A1C-42BE-9839-59289F585345}">
      <dgm:prSet custT="1"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IN" sz="900" dirty="0">
              <a:latin typeface="Segoe UI" panose="020B0502040204020203" pitchFamily="34" charset="0"/>
              <a:cs typeface="Segoe UI" panose="020B0502040204020203" pitchFamily="34" charset="0"/>
            </a:rPr>
            <a:t>IAM</a:t>
          </a:r>
        </a:p>
      </dgm:t>
    </dgm:pt>
    <dgm:pt modelId="{FDC01939-E37C-4C41-BD33-D8DA76D5C592}" type="parTrans" cxnId="{3BAEBCD6-ED2B-4395-B5CA-6BDE4828D39B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6DBFD397-B479-45A3-8D47-89DD7C977198}" type="sibTrans" cxnId="{3BAEBCD6-ED2B-4395-B5CA-6BDE4828D39B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976CE1A5-AB09-4DB5-83E1-554C65A2644C}">
      <dgm:prSet custT="1"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IN" sz="900" dirty="0">
              <a:latin typeface="Segoe UI" panose="020B0502040204020203" pitchFamily="34" charset="0"/>
              <a:cs typeface="Segoe UI" panose="020B0502040204020203" pitchFamily="34" charset="0"/>
            </a:rPr>
            <a:t>Denial of service attack</a:t>
          </a:r>
        </a:p>
      </dgm:t>
    </dgm:pt>
    <dgm:pt modelId="{39243558-10C8-46E6-9938-CBDC52082B3D}" type="parTrans" cxnId="{AC0F8F8E-CE78-40F6-AE65-DF11F887F124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8EA9878-14B6-4B38-BCF5-64E2B687ABE7}" type="sibTrans" cxnId="{AC0F8F8E-CE78-40F6-AE65-DF11F887F124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3409D18F-81B9-4819-B47F-E08FA74A36D8}">
      <dgm:prSet custT="1"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IN" sz="900" dirty="0">
              <a:latin typeface="Segoe UI" panose="020B0502040204020203" pitchFamily="34" charset="0"/>
              <a:cs typeface="Segoe UI" panose="020B0502040204020203" pitchFamily="34" charset="0"/>
            </a:rPr>
            <a:t>Phishing, Web and Ransomware</a:t>
          </a:r>
        </a:p>
      </dgm:t>
    </dgm:pt>
    <dgm:pt modelId="{CB70CEF2-0933-4D16-8FDA-851BCBD82EED}" type="parTrans" cxnId="{673C313F-2CDD-47B7-AE78-7FCF158676B5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7F721E79-7D1D-475C-AC31-CBE5928DA23E}" type="sibTrans" cxnId="{673C313F-2CDD-47B7-AE78-7FCF158676B5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BEFBC041-E09E-4E6E-866C-C6314CD1730C}">
      <dgm:prSet custT="1"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IN" sz="900" dirty="0">
              <a:latin typeface="Segoe UI" panose="020B0502040204020203" pitchFamily="34" charset="0"/>
              <a:cs typeface="Segoe UI" panose="020B0502040204020203" pitchFamily="34" charset="0"/>
            </a:rPr>
            <a:t>Zero days </a:t>
          </a:r>
        </a:p>
      </dgm:t>
    </dgm:pt>
    <dgm:pt modelId="{FEF90766-8726-4E50-A0F9-6618AD45F732}" type="parTrans" cxnId="{DAE913CB-526C-4089-83BC-10A6A0787CDE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2CAD3F74-504E-4EFC-851F-D8D26ACA0F29}" type="sibTrans" cxnId="{DAE913CB-526C-4089-83BC-10A6A0787CDE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6280FB0B-AD09-4B24-84A4-F8F375E6310D}">
      <dgm:prSet custT="1"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IN" sz="900" dirty="0">
              <a:latin typeface="Segoe UI" panose="020B0502040204020203" pitchFamily="34" charset="0"/>
              <a:cs typeface="Segoe UI" panose="020B0502040204020203" pitchFamily="34" charset="0"/>
            </a:rPr>
            <a:t>Malicious insiders</a:t>
          </a:r>
        </a:p>
      </dgm:t>
    </dgm:pt>
    <dgm:pt modelId="{6509FA96-70B2-430F-8C61-3D1E08742FA1}" type="parTrans" cxnId="{3C78A860-0270-4987-90FD-CA518F697F86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3560A4F5-768A-4EBE-8F6E-2984AEA726A6}" type="sibTrans" cxnId="{3C78A860-0270-4987-90FD-CA518F697F86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96299453-63B0-4C85-9327-D984C71AE0E6}">
      <dgm:prSet custT="1"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IN" sz="900" dirty="0">
              <a:latin typeface="Segoe UI" panose="020B0502040204020203" pitchFamily="34" charset="0"/>
              <a:cs typeface="Segoe UI" panose="020B0502040204020203" pitchFamily="34" charset="0"/>
            </a:rPr>
            <a:t>Trust relationships</a:t>
          </a:r>
        </a:p>
      </dgm:t>
    </dgm:pt>
    <dgm:pt modelId="{09D43B79-E64F-4C29-9BD2-8CBEE96688F2}" type="parTrans" cxnId="{13E50FB3-14C5-4082-8B11-915B57FE5B46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B3C5B8D7-0979-4A1F-9608-AFF8ADB3E6FF}" type="sibTrans" cxnId="{13E50FB3-14C5-4082-8B11-915B57FE5B46}">
      <dgm:prSet/>
      <dgm:spPr/>
      <dgm:t>
        <a:bodyPr/>
        <a:lstStyle/>
        <a:p>
          <a:endParaRPr lang="en-IN" sz="9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D7BB46F6-9D88-4F3F-8029-5F962BE8B616}" type="pres">
      <dgm:prSet presAssocID="{28A115B5-1323-4046-9F65-2504AC07B74C}" presName="cycle" presStyleCnt="0">
        <dgm:presLayoutVars>
          <dgm:dir/>
          <dgm:resizeHandles val="exact"/>
        </dgm:presLayoutVars>
      </dgm:prSet>
      <dgm:spPr/>
    </dgm:pt>
    <dgm:pt modelId="{1A320450-F762-4447-AAEF-52ECE993B97A}" type="pres">
      <dgm:prSet presAssocID="{2C40034F-DE77-41F7-9C6F-3E506A9FBE23}" presName="node" presStyleLbl="node1" presStyleIdx="0" presStyleCnt="12">
        <dgm:presLayoutVars>
          <dgm:bulletEnabled val="1"/>
        </dgm:presLayoutVars>
      </dgm:prSet>
      <dgm:spPr/>
    </dgm:pt>
    <dgm:pt modelId="{DAA72A64-8D80-463C-BC6D-BF7D5277D3C7}" type="pres">
      <dgm:prSet presAssocID="{2C40034F-DE77-41F7-9C6F-3E506A9FBE23}" presName="spNode" presStyleCnt="0"/>
      <dgm:spPr/>
    </dgm:pt>
    <dgm:pt modelId="{E69016D1-49EF-4789-AC0F-6C3766103276}" type="pres">
      <dgm:prSet presAssocID="{2821A712-6A99-45C7-8EC5-DAE5E8607241}" presName="sibTrans" presStyleLbl="sibTrans1D1" presStyleIdx="0" presStyleCnt="12"/>
      <dgm:spPr/>
    </dgm:pt>
    <dgm:pt modelId="{8399E601-F151-4570-A157-F31489D65217}" type="pres">
      <dgm:prSet presAssocID="{78A19D2B-5177-4890-885C-2192571FCCCE}" presName="node" presStyleLbl="node1" presStyleIdx="1" presStyleCnt="12">
        <dgm:presLayoutVars>
          <dgm:bulletEnabled val="1"/>
        </dgm:presLayoutVars>
      </dgm:prSet>
      <dgm:spPr/>
    </dgm:pt>
    <dgm:pt modelId="{DA0C9BD2-6B8E-4EFE-AB6D-2207177FC016}" type="pres">
      <dgm:prSet presAssocID="{78A19D2B-5177-4890-885C-2192571FCCCE}" presName="spNode" presStyleCnt="0"/>
      <dgm:spPr/>
    </dgm:pt>
    <dgm:pt modelId="{8A4C0C05-31CF-4E4E-9325-E4C72D107B2E}" type="pres">
      <dgm:prSet presAssocID="{CA2EDAA0-BD94-49CC-AF3E-29618A2F9822}" presName="sibTrans" presStyleLbl="sibTrans1D1" presStyleIdx="1" presStyleCnt="12"/>
      <dgm:spPr/>
    </dgm:pt>
    <dgm:pt modelId="{01E4F54F-1F5B-4763-89DF-47F42D2C3A5B}" type="pres">
      <dgm:prSet presAssocID="{ADD0F370-B1DA-4EE6-BA62-E18F65D57B5D}" presName="node" presStyleLbl="node1" presStyleIdx="2" presStyleCnt="12">
        <dgm:presLayoutVars>
          <dgm:bulletEnabled val="1"/>
        </dgm:presLayoutVars>
      </dgm:prSet>
      <dgm:spPr/>
    </dgm:pt>
    <dgm:pt modelId="{E70C6455-FEAD-418D-8FA5-19444611F61F}" type="pres">
      <dgm:prSet presAssocID="{ADD0F370-B1DA-4EE6-BA62-E18F65D57B5D}" presName="spNode" presStyleCnt="0"/>
      <dgm:spPr/>
    </dgm:pt>
    <dgm:pt modelId="{F78369DC-96ED-4621-98FE-8975A88DA2AF}" type="pres">
      <dgm:prSet presAssocID="{5A45BEDB-D857-4DE0-A33A-1206C36D5125}" presName="sibTrans" presStyleLbl="sibTrans1D1" presStyleIdx="2" presStyleCnt="12"/>
      <dgm:spPr/>
    </dgm:pt>
    <dgm:pt modelId="{63451BF2-414B-452F-9616-29AE64664B76}" type="pres">
      <dgm:prSet presAssocID="{951693A4-A161-4D98-AF99-740F72AA2143}" presName="node" presStyleLbl="node1" presStyleIdx="3" presStyleCnt="12">
        <dgm:presLayoutVars>
          <dgm:bulletEnabled val="1"/>
        </dgm:presLayoutVars>
      </dgm:prSet>
      <dgm:spPr/>
    </dgm:pt>
    <dgm:pt modelId="{1208DF2B-14A5-4606-9D9B-88A4E332B59A}" type="pres">
      <dgm:prSet presAssocID="{951693A4-A161-4D98-AF99-740F72AA2143}" presName="spNode" presStyleCnt="0"/>
      <dgm:spPr/>
    </dgm:pt>
    <dgm:pt modelId="{31616EF6-DB81-48EF-8E73-A05CF71E98F1}" type="pres">
      <dgm:prSet presAssocID="{AE12F0A8-2E22-44BB-9BE2-4B290158C07A}" presName="sibTrans" presStyleLbl="sibTrans1D1" presStyleIdx="3" presStyleCnt="12"/>
      <dgm:spPr/>
    </dgm:pt>
    <dgm:pt modelId="{87D712C1-D92E-4F0F-B463-6C680009356E}" type="pres">
      <dgm:prSet presAssocID="{2CE5E2DB-16C1-4153-BCAB-BDCA077624DD}" presName="node" presStyleLbl="node1" presStyleIdx="4" presStyleCnt="12">
        <dgm:presLayoutVars>
          <dgm:bulletEnabled val="1"/>
        </dgm:presLayoutVars>
      </dgm:prSet>
      <dgm:spPr/>
    </dgm:pt>
    <dgm:pt modelId="{E242D69E-FECF-4C51-B24A-3C404EB0B144}" type="pres">
      <dgm:prSet presAssocID="{2CE5E2DB-16C1-4153-BCAB-BDCA077624DD}" presName="spNode" presStyleCnt="0"/>
      <dgm:spPr/>
    </dgm:pt>
    <dgm:pt modelId="{999421C9-721D-4887-85B2-DCD9E858750E}" type="pres">
      <dgm:prSet presAssocID="{3FA25E67-AD6F-46C5-B1D3-386D90350751}" presName="sibTrans" presStyleLbl="sibTrans1D1" presStyleIdx="4" presStyleCnt="12"/>
      <dgm:spPr/>
    </dgm:pt>
    <dgm:pt modelId="{6DC455C6-7FB7-4BA8-962D-8C36E58030CD}" type="pres">
      <dgm:prSet presAssocID="{4758EAB7-78EF-40AD-9418-B39B39B30F24}" presName="node" presStyleLbl="node1" presStyleIdx="5" presStyleCnt="12">
        <dgm:presLayoutVars>
          <dgm:bulletEnabled val="1"/>
        </dgm:presLayoutVars>
      </dgm:prSet>
      <dgm:spPr/>
    </dgm:pt>
    <dgm:pt modelId="{4BD19B55-CC4F-488A-AF0D-10E15BD29F04}" type="pres">
      <dgm:prSet presAssocID="{4758EAB7-78EF-40AD-9418-B39B39B30F24}" presName="spNode" presStyleCnt="0"/>
      <dgm:spPr/>
    </dgm:pt>
    <dgm:pt modelId="{C6CD3B9C-83D9-4C86-9A06-A9FDC4EAF096}" type="pres">
      <dgm:prSet presAssocID="{6F23426C-30BA-4E1E-AF18-72F249836D1B}" presName="sibTrans" presStyleLbl="sibTrans1D1" presStyleIdx="5" presStyleCnt="12"/>
      <dgm:spPr/>
    </dgm:pt>
    <dgm:pt modelId="{E637F2FA-53C7-4D87-8686-55C5F116E0BA}" type="pres">
      <dgm:prSet presAssocID="{59450AB0-4A1C-42BE-9839-59289F585345}" presName="node" presStyleLbl="node1" presStyleIdx="6" presStyleCnt="12">
        <dgm:presLayoutVars>
          <dgm:bulletEnabled val="1"/>
        </dgm:presLayoutVars>
      </dgm:prSet>
      <dgm:spPr/>
    </dgm:pt>
    <dgm:pt modelId="{66D902F1-AD71-42AA-B0B1-31FF75282A03}" type="pres">
      <dgm:prSet presAssocID="{59450AB0-4A1C-42BE-9839-59289F585345}" presName="spNode" presStyleCnt="0"/>
      <dgm:spPr/>
    </dgm:pt>
    <dgm:pt modelId="{F81576E2-1755-4DCE-AD34-EED27EA3BE56}" type="pres">
      <dgm:prSet presAssocID="{6DBFD397-B479-45A3-8D47-89DD7C977198}" presName="sibTrans" presStyleLbl="sibTrans1D1" presStyleIdx="6" presStyleCnt="12"/>
      <dgm:spPr/>
    </dgm:pt>
    <dgm:pt modelId="{8113568C-EB7B-41B2-BF06-DC43C9FD8AA6}" type="pres">
      <dgm:prSet presAssocID="{976CE1A5-AB09-4DB5-83E1-554C65A2644C}" presName="node" presStyleLbl="node1" presStyleIdx="7" presStyleCnt="12">
        <dgm:presLayoutVars>
          <dgm:bulletEnabled val="1"/>
        </dgm:presLayoutVars>
      </dgm:prSet>
      <dgm:spPr/>
    </dgm:pt>
    <dgm:pt modelId="{B989F165-0F23-4CE4-BAEB-9F7A19BB9A5F}" type="pres">
      <dgm:prSet presAssocID="{976CE1A5-AB09-4DB5-83E1-554C65A2644C}" presName="spNode" presStyleCnt="0"/>
      <dgm:spPr/>
    </dgm:pt>
    <dgm:pt modelId="{81ECF2FB-5BF8-401C-9869-13758E75AC80}" type="pres">
      <dgm:prSet presAssocID="{18EA9878-14B6-4B38-BCF5-64E2B687ABE7}" presName="sibTrans" presStyleLbl="sibTrans1D1" presStyleIdx="7" presStyleCnt="12"/>
      <dgm:spPr/>
    </dgm:pt>
    <dgm:pt modelId="{ED14C8B4-B4A5-4EB3-8E81-2380E5B4FCF0}" type="pres">
      <dgm:prSet presAssocID="{3409D18F-81B9-4819-B47F-E08FA74A36D8}" presName="node" presStyleLbl="node1" presStyleIdx="8" presStyleCnt="12">
        <dgm:presLayoutVars>
          <dgm:bulletEnabled val="1"/>
        </dgm:presLayoutVars>
      </dgm:prSet>
      <dgm:spPr/>
    </dgm:pt>
    <dgm:pt modelId="{5503A424-C053-4970-B9E6-3160C4BC123B}" type="pres">
      <dgm:prSet presAssocID="{3409D18F-81B9-4819-B47F-E08FA74A36D8}" presName="spNode" presStyleCnt="0"/>
      <dgm:spPr/>
    </dgm:pt>
    <dgm:pt modelId="{40F531FB-A005-465C-985B-94D2885C7DC3}" type="pres">
      <dgm:prSet presAssocID="{7F721E79-7D1D-475C-AC31-CBE5928DA23E}" presName="sibTrans" presStyleLbl="sibTrans1D1" presStyleIdx="8" presStyleCnt="12"/>
      <dgm:spPr/>
    </dgm:pt>
    <dgm:pt modelId="{6401AFA4-8360-407B-82D0-A556530E80E3}" type="pres">
      <dgm:prSet presAssocID="{6280FB0B-AD09-4B24-84A4-F8F375E6310D}" presName="node" presStyleLbl="node1" presStyleIdx="9" presStyleCnt="12">
        <dgm:presLayoutVars>
          <dgm:bulletEnabled val="1"/>
        </dgm:presLayoutVars>
      </dgm:prSet>
      <dgm:spPr/>
    </dgm:pt>
    <dgm:pt modelId="{61432B9F-C407-4FEA-B5D6-A3244565DDF6}" type="pres">
      <dgm:prSet presAssocID="{6280FB0B-AD09-4B24-84A4-F8F375E6310D}" presName="spNode" presStyleCnt="0"/>
      <dgm:spPr/>
    </dgm:pt>
    <dgm:pt modelId="{45B276B0-B979-4307-8056-1C1002C41F44}" type="pres">
      <dgm:prSet presAssocID="{3560A4F5-768A-4EBE-8F6E-2984AEA726A6}" presName="sibTrans" presStyleLbl="sibTrans1D1" presStyleIdx="9" presStyleCnt="12"/>
      <dgm:spPr/>
    </dgm:pt>
    <dgm:pt modelId="{185802CA-A088-4B84-852D-48D26CC1EB95}" type="pres">
      <dgm:prSet presAssocID="{96299453-63B0-4C85-9327-D984C71AE0E6}" presName="node" presStyleLbl="node1" presStyleIdx="10" presStyleCnt="12">
        <dgm:presLayoutVars>
          <dgm:bulletEnabled val="1"/>
        </dgm:presLayoutVars>
      </dgm:prSet>
      <dgm:spPr/>
    </dgm:pt>
    <dgm:pt modelId="{AD54A34F-EDEF-4A53-8223-293BD8EAD021}" type="pres">
      <dgm:prSet presAssocID="{96299453-63B0-4C85-9327-D984C71AE0E6}" presName="spNode" presStyleCnt="0"/>
      <dgm:spPr/>
    </dgm:pt>
    <dgm:pt modelId="{DE0EA282-41C3-41EE-9138-188CD9C9A301}" type="pres">
      <dgm:prSet presAssocID="{B3C5B8D7-0979-4A1F-9608-AFF8ADB3E6FF}" presName="sibTrans" presStyleLbl="sibTrans1D1" presStyleIdx="10" presStyleCnt="12"/>
      <dgm:spPr/>
    </dgm:pt>
    <dgm:pt modelId="{B6C311A6-3184-48C2-931E-9E57D9CF247F}" type="pres">
      <dgm:prSet presAssocID="{BEFBC041-E09E-4E6E-866C-C6314CD1730C}" presName="node" presStyleLbl="node1" presStyleIdx="11" presStyleCnt="12">
        <dgm:presLayoutVars>
          <dgm:bulletEnabled val="1"/>
        </dgm:presLayoutVars>
      </dgm:prSet>
      <dgm:spPr/>
    </dgm:pt>
    <dgm:pt modelId="{34548F55-34DE-4158-8B71-841A2201FA8C}" type="pres">
      <dgm:prSet presAssocID="{BEFBC041-E09E-4E6E-866C-C6314CD1730C}" presName="spNode" presStyleCnt="0"/>
      <dgm:spPr/>
    </dgm:pt>
    <dgm:pt modelId="{5FED651C-EDBE-44D1-B2A5-5C1C6C7546E2}" type="pres">
      <dgm:prSet presAssocID="{2CAD3F74-504E-4EFC-851F-D8D26ACA0F29}" presName="sibTrans" presStyleLbl="sibTrans1D1" presStyleIdx="11" presStyleCnt="12"/>
      <dgm:spPr/>
    </dgm:pt>
  </dgm:ptLst>
  <dgm:cxnLst>
    <dgm:cxn modelId="{32276F0E-18B3-44BF-8BEC-E3074CB1457C}" type="presOf" srcId="{2821A712-6A99-45C7-8EC5-DAE5E8607241}" destId="{E69016D1-49EF-4789-AC0F-6C3766103276}" srcOrd="0" destOrd="0" presId="urn:microsoft.com/office/officeart/2005/8/layout/cycle6"/>
    <dgm:cxn modelId="{FDE8E410-14DD-494A-B56F-A3DD73FDCF48}" type="presOf" srcId="{2CE5E2DB-16C1-4153-BCAB-BDCA077624DD}" destId="{87D712C1-D92E-4F0F-B463-6C680009356E}" srcOrd="0" destOrd="0" presId="urn:microsoft.com/office/officeart/2005/8/layout/cycle6"/>
    <dgm:cxn modelId="{85A9DA17-4CF1-40A6-A0F4-99E56E1DE05F}" type="presOf" srcId="{59450AB0-4A1C-42BE-9839-59289F585345}" destId="{E637F2FA-53C7-4D87-8686-55C5F116E0BA}" srcOrd="0" destOrd="0" presId="urn:microsoft.com/office/officeart/2005/8/layout/cycle6"/>
    <dgm:cxn modelId="{01B76F18-3638-4145-BC1E-B5A9FF9C1FB3}" type="presOf" srcId="{B3C5B8D7-0979-4A1F-9608-AFF8ADB3E6FF}" destId="{DE0EA282-41C3-41EE-9138-188CD9C9A301}" srcOrd="0" destOrd="0" presId="urn:microsoft.com/office/officeart/2005/8/layout/cycle6"/>
    <dgm:cxn modelId="{7CD2111A-1BB0-409D-8E47-8DA2349EBC0C}" srcId="{28A115B5-1323-4046-9F65-2504AC07B74C}" destId="{ADD0F370-B1DA-4EE6-BA62-E18F65D57B5D}" srcOrd="2" destOrd="0" parTransId="{354B2CF9-4798-4277-8E65-EDFA3999B0E1}" sibTransId="{5A45BEDB-D857-4DE0-A33A-1206C36D5125}"/>
    <dgm:cxn modelId="{9833CD1F-390F-4994-B4F8-D80DDEEA7D62}" srcId="{28A115B5-1323-4046-9F65-2504AC07B74C}" destId="{2C40034F-DE77-41F7-9C6F-3E506A9FBE23}" srcOrd="0" destOrd="0" parTransId="{C7506832-C387-485C-B4C4-C5E69804D1A4}" sibTransId="{2821A712-6A99-45C7-8EC5-DAE5E8607241}"/>
    <dgm:cxn modelId="{10393C20-69B8-4100-91E0-68413F184931}" srcId="{28A115B5-1323-4046-9F65-2504AC07B74C}" destId="{4758EAB7-78EF-40AD-9418-B39B39B30F24}" srcOrd="5" destOrd="0" parTransId="{B5B5CB02-9530-4FE7-A639-CFF58C718913}" sibTransId="{6F23426C-30BA-4E1E-AF18-72F249836D1B}"/>
    <dgm:cxn modelId="{290E6924-F175-4CA2-8601-310D77927A96}" srcId="{28A115B5-1323-4046-9F65-2504AC07B74C}" destId="{951693A4-A161-4D98-AF99-740F72AA2143}" srcOrd="3" destOrd="0" parTransId="{70FEED8A-6518-463A-8833-CEFB29A345F4}" sibTransId="{AE12F0A8-2E22-44BB-9BE2-4B290158C07A}"/>
    <dgm:cxn modelId="{A5D9E424-5073-4926-A0DD-D20AB2B46EE2}" type="presOf" srcId="{18EA9878-14B6-4B38-BCF5-64E2B687ABE7}" destId="{81ECF2FB-5BF8-401C-9869-13758E75AC80}" srcOrd="0" destOrd="0" presId="urn:microsoft.com/office/officeart/2005/8/layout/cycle6"/>
    <dgm:cxn modelId="{EEC24726-70BE-43C4-8A7B-BA0BE08FCEA5}" type="presOf" srcId="{5A45BEDB-D857-4DE0-A33A-1206C36D5125}" destId="{F78369DC-96ED-4621-98FE-8975A88DA2AF}" srcOrd="0" destOrd="0" presId="urn:microsoft.com/office/officeart/2005/8/layout/cycle6"/>
    <dgm:cxn modelId="{3A6CC428-3A75-41D0-8CF0-E04BC32C20EB}" type="presOf" srcId="{6DBFD397-B479-45A3-8D47-89DD7C977198}" destId="{F81576E2-1755-4DCE-AD34-EED27EA3BE56}" srcOrd="0" destOrd="0" presId="urn:microsoft.com/office/officeart/2005/8/layout/cycle6"/>
    <dgm:cxn modelId="{5BB0832D-F290-4FD1-8D03-F4727C253696}" type="presOf" srcId="{4758EAB7-78EF-40AD-9418-B39B39B30F24}" destId="{6DC455C6-7FB7-4BA8-962D-8C36E58030CD}" srcOrd="0" destOrd="0" presId="urn:microsoft.com/office/officeart/2005/8/layout/cycle6"/>
    <dgm:cxn modelId="{673C313F-2CDD-47B7-AE78-7FCF158676B5}" srcId="{28A115B5-1323-4046-9F65-2504AC07B74C}" destId="{3409D18F-81B9-4819-B47F-E08FA74A36D8}" srcOrd="8" destOrd="0" parTransId="{CB70CEF2-0933-4D16-8FDA-851BCBD82EED}" sibTransId="{7F721E79-7D1D-475C-AC31-CBE5928DA23E}"/>
    <dgm:cxn modelId="{3C78A860-0270-4987-90FD-CA518F697F86}" srcId="{28A115B5-1323-4046-9F65-2504AC07B74C}" destId="{6280FB0B-AD09-4B24-84A4-F8F375E6310D}" srcOrd="9" destOrd="0" parTransId="{6509FA96-70B2-430F-8C61-3D1E08742FA1}" sibTransId="{3560A4F5-768A-4EBE-8F6E-2984AEA726A6}"/>
    <dgm:cxn modelId="{4B0E2B66-4B79-4155-86F9-3CF0E2C7B799}" srcId="{28A115B5-1323-4046-9F65-2504AC07B74C}" destId="{2CE5E2DB-16C1-4153-BCAB-BDCA077624DD}" srcOrd="4" destOrd="0" parTransId="{54988423-1B38-4761-B7E4-1BB1A03C2FAB}" sibTransId="{3FA25E67-AD6F-46C5-B1D3-386D90350751}"/>
    <dgm:cxn modelId="{AD8B4A4E-3C50-499A-AB81-FC65D2D2BEC6}" type="presOf" srcId="{3409D18F-81B9-4819-B47F-E08FA74A36D8}" destId="{ED14C8B4-B4A5-4EB3-8E81-2380E5B4FCF0}" srcOrd="0" destOrd="0" presId="urn:microsoft.com/office/officeart/2005/8/layout/cycle6"/>
    <dgm:cxn modelId="{F15F2D4F-7D51-4E7B-A22F-D833EC15DE9B}" type="presOf" srcId="{976CE1A5-AB09-4DB5-83E1-554C65A2644C}" destId="{8113568C-EB7B-41B2-BF06-DC43C9FD8AA6}" srcOrd="0" destOrd="0" presId="urn:microsoft.com/office/officeart/2005/8/layout/cycle6"/>
    <dgm:cxn modelId="{82276554-70DA-4BC5-903E-E102AA48DB4B}" srcId="{28A115B5-1323-4046-9F65-2504AC07B74C}" destId="{78A19D2B-5177-4890-885C-2192571FCCCE}" srcOrd="1" destOrd="0" parTransId="{77D2E067-EA23-4992-95F5-9E4A171A3952}" sibTransId="{CA2EDAA0-BD94-49CC-AF3E-29618A2F9822}"/>
    <dgm:cxn modelId="{17D2427E-C002-4C0A-8BB5-A2F1B1179D87}" type="presOf" srcId="{CA2EDAA0-BD94-49CC-AF3E-29618A2F9822}" destId="{8A4C0C05-31CF-4E4E-9325-E4C72D107B2E}" srcOrd="0" destOrd="0" presId="urn:microsoft.com/office/officeart/2005/8/layout/cycle6"/>
    <dgm:cxn modelId="{AC0F8F8E-CE78-40F6-AE65-DF11F887F124}" srcId="{28A115B5-1323-4046-9F65-2504AC07B74C}" destId="{976CE1A5-AB09-4DB5-83E1-554C65A2644C}" srcOrd="7" destOrd="0" parTransId="{39243558-10C8-46E6-9938-CBDC52082B3D}" sibTransId="{18EA9878-14B6-4B38-BCF5-64E2B687ABE7}"/>
    <dgm:cxn modelId="{8F7B149F-F9FF-40FB-9A09-02A8A486503F}" type="presOf" srcId="{96299453-63B0-4C85-9327-D984C71AE0E6}" destId="{185802CA-A088-4B84-852D-48D26CC1EB95}" srcOrd="0" destOrd="0" presId="urn:microsoft.com/office/officeart/2005/8/layout/cycle6"/>
    <dgm:cxn modelId="{AA3B24A0-CA1F-46C6-9135-803C3F0C017A}" type="presOf" srcId="{6F23426C-30BA-4E1E-AF18-72F249836D1B}" destId="{C6CD3B9C-83D9-4C86-9A06-A9FDC4EAF096}" srcOrd="0" destOrd="0" presId="urn:microsoft.com/office/officeart/2005/8/layout/cycle6"/>
    <dgm:cxn modelId="{289F6AA7-F2E5-47C5-BE60-9CF72939B1FC}" type="presOf" srcId="{951693A4-A161-4D98-AF99-740F72AA2143}" destId="{63451BF2-414B-452F-9616-29AE64664B76}" srcOrd="0" destOrd="0" presId="urn:microsoft.com/office/officeart/2005/8/layout/cycle6"/>
    <dgm:cxn modelId="{13E50FB3-14C5-4082-8B11-915B57FE5B46}" srcId="{28A115B5-1323-4046-9F65-2504AC07B74C}" destId="{96299453-63B0-4C85-9327-D984C71AE0E6}" srcOrd="10" destOrd="0" parTransId="{09D43B79-E64F-4C29-9BD2-8CBEE96688F2}" sibTransId="{B3C5B8D7-0979-4A1F-9608-AFF8ADB3E6FF}"/>
    <dgm:cxn modelId="{37C098BF-C62A-4E4F-922C-A63808908CAE}" type="presOf" srcId="{BEFBC041-E09E-4E6E-866C-C6314CD1730C}" destId="{B6C311A6-3184-48C2-931E-9E57D9CF247F}" srcOrd="0" destOrd="0" presId="urn:microsoft.com/office/officeart/2005/8/layout/cycle6"/>
    <dgm:cxn modelId="{BC2252C0-ECC3-4B46-800C-294272C56FB7}" type="presOf" srcId="{6280FB0B-AD09-4B24-84A4-F8F375E6310D}" destId="{6401AFA4-8360-407B-82D0-A556530E80E3}" srcOrd="0" destOrd="0" presId="urn:microsoft.com/office/officeart/2005/8/layout/cycle6"/>
    <dgm:cxn modelId="{DAE913CB-526C-4089-83BC-10A6A0787CDE}" srcId="{28A115B5-1323-4046-9F65-2504AC07B74C}" destId="{BEFBC041-E09E-4E6E-866C-C6314CD1730C}" srcOrd="11" destOrd="0" parTransId="{FEF90766-8726-4E50-A0F9-6618AD45F732}" sibTransId="{2CAD3F74-504E-4EFC-851F-D8D26ACA0F29}"/>
    <dgm:cxn modelId="{3D096ACD-B102-4118-8064-E3A0BF398B9B}" type="presOf" srcId="{ADD0F370-B1DA-4EE6-BA62-E18F65D57B5D}" destId="{01E4F54F-1F5B-4763-89DF-47F42D2C3A5B}" srcOrd="0" destOrd="0" presId="urn:microsoft.com/office/officeart/2005/8/layout/cycle6"/>
    <dgm:cxn modelId="{BD175ED0-1DFC-4F37-8181-F16D6367D556}" type="presOf" srcId="{3560A4F5-768A-4EBE-8F6E-2984AEA726A6}" destId="{45B276B0-B979-4307-8056-1C1002C41F44}" srcOrd="0" destOrd="0" presId="urn:microsoft.com/office/officeart/2005/8/layout/cycle6"/>
    <dgm:cxn modelId="{3BAEBCD6-ED2B-4395-B5CA-6BDE4828D39B}" srcId="{28A115B5-1323-4046-9F65-2504AC07B74C}" destId="{59450AB0-4A1C-42BE-9839-59289F585345}" srcOrd="6" destOrd="0" parTransId="{FDC01939-E37C-4C41-BD33-D8DA76D5C592}" sibTransId="{6DBFD397-B479-45A3-8D47-89DD7C977198}"/>
    <dgm:cxn modelId="{0028E1D6-5DF0-4664-A9C9-659A8DFB7362}" type="presOf" srcId="{3FA25E67-AD6F-46C5-B1D3-386D90350751}" destId="{999421C9-721D-4887-85B2-DCD9E858750E}" srcOrd="0" destOrd="0" presId="urn:microsoft.com/office/officeart/2005/8/layout/cycle6"/>
    <dgm:cxn modelId="{7BB91ADB-F1CD-4E6F-89CC-7B74B7616545}" type="presOf" srcId="{2CAD3F74-504E-4EFC-851F-D8D26ACA0F29}" destId="{5FED651C-EDBE-44D1-B2A5-5C1C6C7546E2}" srcOrd="0" destOrd="0" presId="urn:microsoft.com/office/officeart/2005/8/layout/cycle6"/>
    <dgm:cxn modelId="{DA1627E0-F8FA-4658-B8AA-07A78CFE6F34}" type="presOf" srcId="{2C40034F-DE77-41F7-9C6F-3E506A9FBE23}" destId="{1A320450-F762-4447-AAEF-52ECE993B97A}" srcOrd="0" destOrd="0" presId="urn:microsoft.com/office/officeart/2005/8/layout/cycle6"/>
    <dgm:cxn modelId="{2B1D60EC-ED99-4369-92B2-2CC01D0473DC}" type="presOf" srcId="{AE12F0A8-2E22-44BB-9BE2-4B290158C07A}" destId="{31616EF6-DB81-48EF-8E73-A05CF71E98F1}" srcOrd="0" destOrd="0" presId="urn:microsoft.com/office/officeart/2005/8/layout/cycle6"/>
    <dgm:cxn modelId="{FCDA8EEF-8253-43F3-9163-F4C612C67A5A}" type="presOf" srcId="{78A19D2B-5177-4890-885C-2192571FCCCE}" destId="{8399E601-F151-4570-A157-F31489D65217}" srcOrd="0" destOrd="0" presId="urn:microsoft.com/office/officeart/2005/8/layout/cycle6"/>
    <dgm:cxn modelId="{80A2C4F4-4262-492E-9F16-8874B9981F19}" type="presOf" srcId="{28A115B5-1323-4046-9F65-2504AC07B74C}" destId="{D7BB46F6-9D88-4F3F-8029-5F962BE8B616}" srcOrd="0" destOrd="0" presId="urn:microsoft.com/office/officeart/2005/8/layout/cycle6"/>
    <dgm:cxn modelId="{6F1FE6F4-BB7B-4C7E-BCF9-91BC654AF35D}" type="presOf" srcId="{7F721E79-7D1D-475C-AC31-CBE5928DA23E}" destId="{40F531FB-A005-465C-985B-94D2885C7DC3}" srcOrd="0" destOrd="0" presId="urn:microsoft.com/office/officeart/2005/8/layout/cycle6"/>
    <dgm:cxn modelId="{D7630A44-D4CB-4E87-94C4-F71262897334}" type="presParOf" srcId="{D7BB46F6-9D88-4F3F-8029-5F962BE8B616}" destId="{1A320450-F762-4447-AAEF-52ECE993B97A}" srcOrd="0" destOrd="0" presId="urn:microsoft.com/office/officeart/2005/8/layout/cycle6"/>
    <dgm:cxn modelId="{752BDA0C-1500-43D2-86DB-D1F81C436D20}" type="presParOf" srcId="{D7BB46F6-9D88-4F3F-8029-5F962BE8B616}" destId="{DAA72A64-8D80-463C-BC6D-BF7D5277D3C7}" srcOrd="1" destOrd="0" presId="urn:microsoft.com/office/officeart/2005/8/layout/cycle6"/>
    <dgm:cxn modelId="{2AFA1319-637F-4B49-9970-7A06CC23DB6F}" type="presParOf" srcId="{D7BB46F6-9D88-4F3F-8029-5F962BE8B616}" destId="{E69016D1-49EF-4789-AC0F-6C3766103276}" srcOrd="2" destOrd="0" presId="urn:microsoft.com/office/officeart/2005/8/layout/cycle6"/>
    <dgm:cxn modelId="{B8926385-26D9-41BE-A5ED-F1045DD631A7}" type="presParOf" srcId="{D7BB46F6-9D88-4F3F-8029-5F962BE8B616}" destId="{8399E601-F151-4570-A157-F31489D65217}" srcOrd="3" destOrd="0" presId="urn:microsoft.com/office/officeart/2005/8/layout/cycle6"/>
    <dgm:cxn modelId="{35E02CA1-2E86-4BF1-976C-07E02F06D363}" type="presParOf" srcId="{D7BB46F6-9D88-4F3F-8029-5F962BE8B616}" destId="{DA0C9BD2-6B8E-4EFE-AB6D-2207177FC016}" srcOrd="4" destOrd="0" presId="urn:microsoft.com/office/officeart/2005/8/layout/cycle6"/>
    <dgm:cxn modelId="{421D34AC-3CFB-4509-B3E1-11003B7F8F90}" type="presParOf" srcId="{D7BB46F6-9D88-4F3F-8029-5F962BE8B616}" destId="{8A4C0C05-31CF-4E4E-9325-E4C72D107B2E}" srcOrd="5" destOrd="0" presId="urn:microsoft.com/office/officeart/2005/8/layout/cycle6"/>
    <dgm:cxn modelId="{92B2F48D-CFE2-4521-ABC0-471625D8D071}" type="presParOf" srcId="{D7BB46F6-9D88-4F3F-8029-5F962BE8B616}" destId="{01E4F54F-1F5B-4763-89DF-47F42D2C3A5B}" srcOrd="6" destOrd="0" presId="urn:microsoft.com/office/officeart/2005/8/layout/cycle6"/>
    <dgm:cxn modelId="{39984E0D-9145-4210-B6B9-E4356BE2637F}" type="presParOf" srcId="{D7BB46F6-9D88-4F3F-8029-5F962BE8B616}" destId="{E70C6455-FEAD-418D-8FA5-19444611F61F}" srcOrd="7" destOrd="0" presId="urn:microsoft.com/office/officeart/2005/8/layout/cycle6"/>
    <dgm:cxn modelId="{DED804FC-0839-4F0E-803D-131420B51E1B}" type="presParOf" srcId="{D7BB46F6-9D88-4F3F-8029-5F962BE8B616}" destId="{F78369DC-96ED-4621-98FE-8975A88DA2AF}" srcOrd="8" destOrd="0" presId="urn:microsoft.com/office/officeart/2005/8/layout/cycle6"/>
    <dgm:cxn modelId="{52D17F5C-DCEA-4B94-916D-1FABEA024150}" type="presParOf" srcId="{D7BB46F6-9D88-4F3F-8029-5F962BE8B616}" destId="{63451BF2-414B-452F-9616-29AE64664B76}" srcOrd="9" destOrd="0" presId="urn:microsoft.com/office/officeart/2005/8/layout/cycle6"/>
    <dgm:cxn modelId="{03B9846B-1398-4EF2-9474-50377CAD6013}" type="presParOf" srcId="{D7BB46F6-9D88-4F3F-8029-5F962BE8B616}" destId="{1208DF2B-14A5-4606-9D9B-88A4E332B59A}" srcOrd="10" destOrd="0" presId="urn:microsoft.com/office/officeart/2005/8/layout/cycle6"/>
    <dgm:cxn modelId="{C9859887-52D5-4A94-A1E3-37CD059FF8B7}" type="presParOf" srcId="{D7BB46F6-9D88-4F3F-8029-5F962BE8B616}" destId="{31616EF6-DB81-48EF-8E73-A05CF71E98F1}" srcOrd="11" destOrd="0" presId="urn:microsoft.com/office/officeart/2005/8/layout/cycle6"/>
    <dgm:cxn modelId="{003CE437-8F5E-43C7-A73A-EC4B512F07A9}" type="presParOf" srcId="{D7BB46F6-9D88-4F3F-8029-5F962BE8B616}" destId="{87D712C1-D92E-4F0F-B463-6C680009356E}" srcOrd="12" destOrd="0" presId="urn:microsoft.com/office/officeart/2005/8/layout/cycle6"/>
    <dgm:cxn modelId="{2C9E588E-5E66-4F7C-8D87-1AF337F3E37E}" type="presParOf" srcId="{D7BB46F6-9D88-4F3F-8029-5F962BE8B616}" destId="{E242D69E-FECF-4C51-B24A-3C404EB0B144}" srcOrd="13" destOrd="0" presId="urn:microsoft.com/office/officeart/2005/8/layout/cycle6"/>
    <dgm:cxn modelId="{9A5235DC-E3AE-4183-82A1-6BCC69B3E85B}" type="presParOf" srcId="{D7BB46F6-9D88-4F3F-8029-5F962BE8B616}" destId="{999421C9-721D-4887-85B2-DCD9E858750E}" srcOrd="14" destOrd="0" presId="urn:microsoft.com/office/officeart/2005/8/layout/cycle6"/>
    <dgm:cxn modelId="{60AD51CC-61B5-401F-81E5-A9C960088E6D}" type="presParOf" srcId="{D7BB46F6-9D88-4F3F-8029-5F962BE8B616}" destId="{6DC455C6-7FB7-4BA8-962D-8C36E58030CD}" srcOrd="15" destOrd="0" presId="urn:microsoft.com/office/officeart/2005/8/layout/cycle6"/>
    <dgm:cxn modelId="{06007254-6954-4988-A588-F79F2B14D856}" type="presParOf" srcId="{D7BB46F6-9D88-4F3F-8029-5F962BE8B616}" destId="{4BD19B55-CC4F-488A-AF0D-10E15BD29F04}" srcOrd="16" destOrd="0" presId="urn:microsoft.com/office/officeart/2005/8/layout/cycle6"/>
    <dgm:cxn modelId="{1E74B74B-05D9-4327-B544-9922FC76449B}" type="presParOf" srcId="{D7BB46F6-9D88-4F3F-8029-5F962BE8B616}" destId="{C6CD3B9C-83D9-4C86-9A06-A9FDC4EAF096}" srcOrd="17" destOrd="0" presId="urn:microsoft.com/office/officeart/2005/8/layout/cycle6"/>
    <dgm:cxn modelId="{474B00C2-0878-43C8-9F8E-E8DA7D6CC2F0}" type="presParOf" srcId="{D7BB46F6-9D88-4F3F-8029-5F962BE8B616}" destId="{E637F2FA-53C7-4D87-8686-55C5F116E0BA}" srcOrd="18" destOrd="0" presId="urn:microsoft.com/office/officeart/2005/8/layout/cycle6"/>
    <dgm:cxn modelId="{BE0A8769-138F-40B8-AF90-EA8C3F4192DE}" type="presParOf" srcId="{D7BB46F6-9D88-4F3F-8029-5F962BE8B616}" destId="{66D902F1-AD71-42AA-B0B1-31FF75282A03}" srcOrd="19" destOrd="0" presId="urn:microsoft.com/office/officeart/2005/8/layout/cycle6"/>
    <dgm:cxn modelId="{54F0DB1F-778A-46F8-B439-6C6D8D556DE3}" type="presParOf" srcId="{D7BB46F6-9D88-4F3F-8029-5F962BE8B616}" destId="{F81576E2-1755-4DCE-AD34-EED27EA3BE56}" srcOrd="20" destOrd="0" presId="urn:microsoft.com/office/officeart/2005/8/layout/cycle6"/>
    <dgm:cxn modelId="{33333E7B-7209-47CE-B23F-1358A5746956}" type="presParOf" srcId="{D7BB46F6-9D88-4F3F-8029-5F962BE8B616}" destId="{8113568C-EB7B-41B2-BF06-DC43C9FD8AA6}" srcOrd="21" destOrd="0" presId="urn:microsoft.com/office/officeart/2005/8/layout/cycle6"/>
    <dgm:cxn modelId="{79ED91A2-87CE-457B-80A2-36191DC84352}" type="presParOf" srcId="{D7BB46F6-9D88-4F3F-8029-5F962BE8B616}" destId="{B989F165-0F23-4CE4-BAEB-9F7A19BB9A5F}" srcOrd="22" destOrd="0" presId="urn:microsoft.com/office/officeart/2005/8/layout/cycle6"/>
    <dgm:cxn modelId="{8C7C160C-5518-4D48-972B-AC5C89B089D0}" type="presParOf" srcId="{D7BB46F6-9D88-4F3F-8029-5F962BE8B616}" destId="{81ECF2FB-5BF8-401C-9869-13758E75AC80}" srcOrd="23" destOrd="0" presId="urn:microsoft.com/office/officeart/2005/8/layout/cycle6"/>
    <dgm:cxn modelId="{6BE4EB7E-9F6A-40F8-B365-E9CD436E355E}" type="presParOf" srcId="{D7BB46F6-9D88-4F3F-8029-5F962BE8B616}" destId="{ED14C8B4-B4A5-4EB3-8E81-2380E5B4FCF0}" srcOrd="24" destOrd="0" presId="urn:microsoft.com/office/officeart/2005/8/layout/cycle6"/>
    <dgm:cxn modelId="{6C3ADF98-0714-4FAE-9AC0-6A651380E2EA}" type="presParOf" srcId="{D7BB46F6-9D88-4F3F-8029-5F962BE8B616}" destId="{5503A424-C053-4970-B9E6-3160C4BC123B}" srcOrd="25" destOrd="0" presId="urn:microsoft.com/office/officeart/2005/8/layout/cycle6"/>
    <dgm:cxn modelId="{1850B373-32C8-4CB8-B867-D09C17539164}" type="presParOf" srcId="{D7BB46F6-9D88-4F3F-8029-5F962BE8B616}" destId="{40F531FB-A005-465C-985B-94D2885C7DC3}" srcOrd="26" destOrd="0" presId="urn:microsoft.com/office/officeart/2005/8/layout/cycle6"/>
    <dgm:cxn modelId="{0564A457-E0B4-4D40-8AA2-B5FDBDFB4C76}" type="presParOf" srcId="{D7BB46F6-9D88-4F3F-8029-5F962BE8B616}" destId="{6401AFA4-8360-407B-82D0-A556530E80E3}" srcOrd="27" destOrd="0" presId="urn:microsoft.com/office/officeart/2005/8/layout/cycle6"/>
    <dgm:cxn modelId="{648838C0-0731-455D-8051-2D11BDD4CE61}" type="presParOf" srcId="{D7BB46F6-9D88-4F3F-8029-5F962BE8B616}" destId="{61432B9F-C407-4FEA-B5D6-A3244565DDF6}" srcOrd="28" destOrd="0" presId="urn:microsoft.com/office/officeart/2005/8/layout/cycle6"/>
    <dgm:cxn modelId="{47562F88-03C6-44F8-82D5-2106A15C934A}" type="presParOf" srcId="{D7BB46F6-9D88-4F3F-8029-5F962BE8B616}" destId="{45B276B0-B979-4307-8056-1C1002C41F44}" srcOrd="29" destOrd="0" presId="urn:microsoft.com/office/officeart/2005/8/layout/cycle6"/>
    <dgm:cxn modelId="{BF98210E-AC07-404A-9E07-F39B3AECE9BE}" type="presParOf" srcId="{D7BB46F6-9D88-4F3F-8029-5F962BE8B616}" destId="{185802CA-A088-4B84-852D-48D26CC1EB95}" srcOrd="30" destOrd="0" presId="urn:microsoft.com/office/officeart/2005/8/layout/cycle6"/>
    <dgm:cxn modelId="{42AC2667-DF00-4096-9331-EEA9B1C2C822}" type="presParOf" srcId="{D7BB46F6-9D88-4F3F-8029-5F962BE8B616}" destId="{AD54A34F-EDEF-4A53-8223-293BD8EAD021}" srcOrd="31" destOrd="0" presId="urn:microsoft.com/office/officeart/2005/8/layout/cycle6"/>
    <dgm:cxn modelId="{BEF7A586-45E2-4926-9233-7A00E9904802}" type="presParOf" srcId="{D7BB46F6-9D88-4F3F-8029-5F962BE8B616}" destId="{DE0EA282-41C3-41EE-9138-188CD9C9A301}" srcOrd="32" destOrd="0" presId="urn:microsoft.com/office/officeart/2005/8/layout/cycle6"/>
    <dgm:cxn modelId="{FBE539A3-8E52-4DF9-8F16-1399A642A66D}" type="presParOf" srcId="{D7BB46F6-9D88-4F3F-8029-5F962BE8B616}" destId="{B6C311A6-3184-48C2-931E-9E57D9CF247F}" srcOrd="33" destOrd="0" presId="urn:microsoft.com/office/officeart/2005/8/layout/cycle6"/>
    <dgm:cxn modelId="{41331DD4-903D-43B8-A6DE-11BE2A8AE91E}" type="presParOf" srcId="{D7BB46F6-9D88-4F3F-8029-5F962BE8B616}" destId="{34548F55-34DE-4158-8B71-841A2201FA8C}" srcOrd="34" destOrd="0" presId="urn:microsoft.com/office/officeart/2005/8/layout/cycle6"/>
    <dgm:cxn modelId="{33D3D2CD-2C69-4171-A78E-3782EB833AEA}" type="presParOf" srcId="{D7BB46F6-9D88-4F3F-8029-5F962BE8B616}" destId="{5FED651C-EDBE-44D1-B2A5-5C1C6C7546E2}" srcOrd="35" destOrd="0" presId="urn:microsoft.com/office/officeart/2005/8/layout/cycle6"/>
  </dgm:cxnLst>
  <dgm:bg>
    <a:effectLst>
      <a:outerShdw blurRad="50800" dist="38100" dir="2700000" algn="tl" rotWithShape="0">
        <a:prstClr val="black">
          <a:alpha val="40000"/>
        </a:prstClr>
      </a:outerShdw>
      <a:softEdge rad="330200"/>
    </a:effectLst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4BECFAF-7A88-4336-BD47-5ECA5918A206}" type="doc">
      <dgm:prSet loTypeId="urn:microsoft.com/office/officeart/2005/8/layout/venn2" loCatId="relationship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8EA55FCD-CC0D-4BAE-9914-CF1ECD9236DF}">
      <dgm:prSet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IN" sz="1100" b="1" dirty="0">
              <a:latin typeface="Segoe UI" panose="020B0502040204020203" pitchFamily="34" charset="0"/>
              <a:cs typeface="Segoe UI" panose="020B0502040204020203" pitchFamily="34" charset="0"/>
            </a:rPr>
            <a:t>Policies</a:t>
          </a:r>
        </a:p>
      </dgm:t>
    </dgm:pt>
    <dgm:pt modelId="{EAD3F9B8-D445-4261-BC2D-B55610510DD1}" type="parTrans" cxnId="{D8966147-2B7E-4111-AB56-55D01F54C17E}">
      <dgm:prSet/>
      <dgm:spPr/>
      <dgm:t>
        <a:bodyPr/>
        <a:lstStyle/>
        <a:p>
          <a:endParaRPr lang="en-IN" sz="11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681D2AB4-4A98-47FF-B640-D42D867F7434}" type="sibTrans" cxnId="{D8966147-2B7E-4111-AB56-55D01F54C17E}">
      <dgm:prSet/>
      <dgm:spPr/>
      <dgm:t>
        <a:bodyPr/>
        <a:lstStyle/>
        <a:p>
          <a:endParaRPr lang="en-IN" sz="11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09FE28B9-718A-4B1B-AC0B-EC9C38831677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IN" sz="1100" b="1" dirty="0">
              <a:latin typeface="Segoe UI" panose="020B0502040204020203" pitchFamily="34" charset="0"/>
              <a:cs typeface="Segoe UI" panose="020B0502040204020203" pitchFamily="34" charset="0"/>
            </a:rPr>
            <a:t>Perimeter</a:t>
          </a:r>
        </a:p>
      </dgm:t>
    </dgm:pt>
    <dgm:pt modelId="{0B9E41B4-0AE6-4456-BE6A-DE0189FD22D0}" type="parTrans" cxnId="{9836D4A3-8765-436A-86DF-A8E74462C38F}">
      <dgm:prSet/>
      <dgm:spPr/>
      <dgm:t>
        <a:bodyPr/>
        <a:lstStyle/>
        <a:p>
          <a:endParaRPr lang="en-IN" sz="11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45E4F941-1E9C-49C0-A799-2E0864B15053}" type="sibTrans" cxnId="{9836D4A3-8765-436A-86DF-A8E74462C38F}">
      <dgm:prSet/>
      <dgm:spPr/>
      <dgm:t>
        <a:bodyPr/>
        <a:lstStyle/>
        <a:p>
          <a:endParaRPr lang="en-IN" sz="11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4AA93875-2224-4C9D-9261-6B6434E3D216}">
      <dgm:prSet custT="1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IN" sz="1100" b="1" dirty="0">
              <a:latin typeface="Segoe UI" panose="020B0502040204020203" pitchFamily="34" charset="0"/>
              <a:cs typeface="Segoe UI" panose="020B0502040204020203" pitchFamily="34" charset="0"/>
            </a:rPr>
            <a:t>Network</a:t>
          </a:r>
        </a:p>
      </dgm:t>
    </dgm:pt>
    <dgm:pt modelId="{22C4B674-80A7-496B-9119-68D2C46A36CD}" type="parTrans" cxnId="{21D784FC-25C9-4F5A-924C-1FC8162C6B35}">
      <dgm:prSet/>
      <dgm:spPr/>
      <dgm:t>
        <a:bodyPr/>
        <a:lstStyle/>
        <a:p>
          <a:endParaRPr lang="en-IN" sz="11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840888C3-5B33-460E-B8D8-A878E331E3FE}" type="sibTrans" cxnId="{21D784FC-25C9-4F5A-924C-1FC8162C6B35}">
      <dgm:prSet/>
      <dgm:spPr/>
      <dgm:t>
        <a:bodyPr/>
        <a:lstStyle/>
        <a:p>
          <a:endParaRPr lang="en-IN" sz="11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B1C6F5F2-6E7A-4B20-B251-2621B3E86398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IN" sz="1100" b="1" dirty="0">
              <a:latin typeface="Segoe UI" panose="020B0502040204020203" pitchFamily="34" charset="0"/>
              <a:cs typeface="Segoe UI" panose="020B0502040204020203" pitchFamily="34" charset="0"/>
            </a:rPr>
            <a:t>Physical</a:t>
          </a:r>
        </a:p>
      </dgm:t>
    </dgm:pt>
    <dgm:pt modelId="{C102C6E5-EF6A-4B55-AD5E-5B09ED392853}" type="parTrans" cxnId="{61CC5AFF-F271-432D-8794-067BA3972E4B}">
      <dgm:prSet/>
      <dgm:spPr/>
      <dgm:t>
        <a:bodyPr/>
        <a:lstStyle/>
        <a:p>
          <a:endParaRPr lang="en-IN" sz="11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00E78B0C-1C08-48CB-9DEA-B29148F48AA1}" type="sibTrans" cxnId="{61CC5AFF-F271-432D-8794-067BA3972E4B}">
      <dgm:prSet/>
      <dgm:spPr/>
      <dgm:t>
        <a:bodyPr/>
        <a:lstStyle/>
        <a:p>
          <a:endParaRPr lang="en-IN" sz="11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79C74B1A-289B-470A-B37D-63AEDEFD82C7}">
      <dgm:prSet custT="1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IN" sz="1100" b="1" dirty="0">
              <a:latin typeface="Segoe UI" panose="020B0502040204020203" pitchFamily="34" charset="0"/>
              <a:cs typeface="Segoe UI" panose="020B0502040204020203" pitchFamily="34" charset="0"/>
            </a:rPr>
            <a:t>Endpoint</a:t>
          </a:r>
        </a:p>
      </dgm:t>
    </dgm:pt>
    <dgm:pt modelId="{69ED1FF2-BDFF-4E3A-B5CE-C92C5EBF1681}" type="parTrans" cxnId="{BEE46D26-7E4E-4492-A188-14A35E68248F}">
      <dgm:prSet/>
      <dgm:spPr/>
      <dgm:t>
        <a:bodyPr/>
        <a:lstStyle/>
        <a:p>
          <a:endParaRPr lang="en-IN" sz="11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4EBED384-E1BB-4230-8F97-AF393749C28C}" type="sibTrans" cxnId="{BEE46D26-7E4E-4492-A188-14A35E68248F}">
      <dgm:prSet/>
      <dgm:spPr/>
      <dgm:t>
        <a:bodyPr/>
        <a:lstStyle/>
        <a:p>
          <a:endParaRPr lang="en-IN" sz="11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F540FE6C-160D-48EC-98A3-5225FC41A087}">
      <dgm:prSet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/>
      </dgm:spPr>
      <dgm:t>
        <a:bodyPr/>
        <a:lstStyle/>
        <a:p>
          <a:r>
            <a:rPr lang="en-IN" sz="1100" b="1" dirty="0">
              <a:latin typeface="Segoe UI" panose="020B0502040204020203" pitchFamily="34" charset="0"/>
              <a:cs typeface="Segoe UI" panose="020B0502040204020203" pitchFamily="34" charset="0"/>
            </a:rPr>
            <a:t>Application</a:t>
          </a:r>
        </a:p>
      </dgm:t>
    </dgm:pt>
    <dgm:pt modelId="{F3332B10-4AF5-4B47-80F7-F28F293F7A1C}" type="parTrans" cxnId="{EEFC10AF-D724-48E9-8AED-64ADEC5D20CE}">
      <dgm:prSet/>
      <dgm:spPr/>
      <dgm:t>
        <a:bodyPr/>
        <a:lstStyle/>
        <a:p>
          <a:endParaRPr lang="en-IN" sz="11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2B9D80CE-80B1-44AF-8399-5D40892B6B08}" type="sibTrans" cxnId="{EEFC10AF-D724-48E9-8AED-64ADEC5D20CE}">
      <dgm:prSet/>
      <dgm:spPr/>
      <dgm:t>
        <a:bodyPr/>
        <a:lstStyle/>
        <a:p>
          <a:endParaRPr lang="en-IN" sz="11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CBA3B757-A9BF-452F-ADBB-0EBFA18A4D65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ln>
          <a:solidFill>
            <a:srgbClr val="7030A0"/>
          </a:solidFill>
        </a:ln>
      </dgm:spPr>
      <dgm:t>
        <a:bodyPr/>
        <a:lstStyle/>
        <a:p>
          <a:r>
            <a:rPr lang="en-IN" sz="1100" b="1" dirty="0">
              <a:latin typeface="Segoe UI" panose="020B0502040204020203" pitchFamily="34" charset="0"/>
              <a:cs typeface="Segoe UI" panose="020B0502040204020203" pitchFamily="34" charset="0"/>
            </a:rPr>
            <a:t>Data</a:t>
          </a:r>
        </a:p>
      </dgm:t>
    </dgm:pt>
    <dgm:pt modelId="{4DE76765-6FE1-4505-96AD-DE7C3AD7BA4E}" type="parTrans" cxnId="{4FB4E733-DBFD-4699-9630-C2CB949965C8}">
      <dgm:prSet/>
      <dgm:spPr/>
      <dgm:t>
        <a:bodyPr/>
        <a:lstStyle/>
        <a:p>
          <a:endParaRPr lang="en-IN" sz="11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CC13FD4D-7236-48D2-951B-F206DCEBCE43}" type="sibTrans" cxnId="{4FB4E733-DBFD-4699-9630-C2CB949965C8}">
      <dgm:prSet/>
      <dgm:spPr/>
      <dgm:t>
        <a:bodyPr/>
        <a:lstStyle/>
        <a:p>
          <a:endParaRPr lang="en-IN" sz="11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CC3D3AFB-97E2-4D5B-8043-A95AD1DDEFFE}" type="pres">
      <dgm:prSet presAssocID="{F4BECFAF-7A88-4336-BD47-5ECA5918A206}" presName="Name0" presStyleCnt="0">
        <dgm:presLayoutVars>
          <dgm:chMax val="7"/>
          <dgm:resizeHandles val="exact"/>
        </dgm:presLayoutVars>
      </dgm:prSet>
      <dgm:spPr/>
    </dgm:pt>
    <dgm:pt modelId="{209FC1F4-7980-4B5C-AEBD-92D229812A70}" type="pres">
      <dgm:prSet presAssocID="{F4BECFAF-7A88-4336-BD47-5ECA5918A206}" presName="comp1" presStyleCnt="0"/>
      <dgm:spPr/>
    </dgm:pt>
    <dgm:pt modelId="{9D69DCAB-6D53-40AD-B8D0-976BC9353BE9}" type="pres">
      <dgm:prSet presAssocID="{F4BECFAF-7A88-4336-BD47-5ECA5918A206}" presName="circle1" presStyleLbl="node1" presStyleIdx="0" presStyleCnt="7"/>
      <dgm:spPr/>
    </dgm:pt>
    <dgm:pt modelId="{50D99032-FEFF-4DAB-9BE6-FBD60E3F51DE}" type="pres">
      <dgm:prSet presAssocID="{F4BECFAF-7A88-4336-BD47-5ECA5918A206}" presName="c1text" presStyleLbl="node1" presStyleIdx="0" presStyleCnt="7">
        <dgm:presLayoutVars>
          <dgm:bulletEnabled val="1"/>
        </dgm:presLayoutVars>
      </dgm:prSet>
      <dgm:spPr/>
    </dgm:pt>
    <dgm:pt modelId="{08DF85EC-9F9E-4C3C-AA62-577AEA588CF2}" type="pres">
      <dgm:prSet presAssocID="{F4BECFAF-7A88-4336-BD47-5ECA5918A206}" presName="comp2" presStyleCnt="0"/>
      <dgm:spPr/>
    </dgm:pt>
    <dgm:pt modelId="{999C9FD2-A15C-4F37-90F9-AA896F91EE5C}" type="pres">
      <dgm:prSet presAssocID="{F4BECFAF-7A88-4336-BD47-5ECA5918A206}" presName="circle2" presStyleLbl="node1" presStyleIdx="1" presStyleCnt="7"/>
      <dgm:spPr/>
    </dgm:pt>
    <dgm:pt modelId="{B2BCA6A2-8EE4-4DE3-81D1-CD022AEDE1C5}" type="pres">
      <dgm:prSet presAssocID="{F4BECFAF-7A88-4336-BD47-5ECA5918A206}" presName="c2text" presStyleLbl="node1" presStyleIdx="1" presStyleCnt="7">
        <dgm:presLayoutVars>
          <dgm:bulletEnabled val="1"/>
        </dgm:presLayoutVars>
      </dgm:prSet>
      <dgm:spPr/>
    </dgm:pt>
    <dgm:pt modelId="{DCD495E1-165A-4C61-B40B-6F20807BCB8F}" type="pres">
      <dgm:prSet presAssocID="{F4BECFAF-7A88-4336-BD47-5ECA5918A206}" presName="comp3" presStyleCnt="0"/>
      <dgm:spPr/>
    </dgm:pt>
    <dgm:pt modelId="{CAC33704-7216-48F8-9ECF-A129033BB556}" type="pres">
      <dgm:prSet presAssocID="{F4BECFAF-7A88-4336-BD47-5ECA5918A206}" presName="circle3" presStyleLbl="node1" presStyleIdx="2" presStyleCnt="7"/>
      <dgm:spPr/>
    </dgm:pt>
    <dgm:pt modelId="{CA887927-3B32-48A2-9853-B27AAAAE3A78}" type="pres">
      <dgm:prSet presAssocID="{F4BECFAF-7A88-4336-BD47-5ECA5918A206}" presName="c3text" presStyleLbl="node1" presStyleIdx="2" presStyleCnt="7">
        <dgm:presLayoutVars>
          <dgm:bulletEnabled val="1"/>
        </dgm:presLayoutVars>
      </dgm:prSet>
      <dgm:spPr/>
    </dgm:pt>
    <dgm:pt modelId="{DFD41645-2249-4A22-B6F7-FB0707DFEBEC}" type="pres">
      <dgm:prSet presAssocID="{F4BECFAF-7A88-4336-BD47-5ECA5918A206}" presName="comp4" presStyleCnt="0"/>
      <dgm:spPr/>
    </dgm:pt>
    <dgm:pt modelId="{B2D95902-D885-4751-924A-49F6F311C419}" type="pres">
      <dgm:prSet presAssocID="{F4BECFAF-7A88-4336-BD47-5ECA5918A206}" presName="circle4" presStyleLbl="node1" presStyleIdx="3" presStyleCnt="7"/>
      <dgm:spPr/>
    </dgm:pt>
    <dgm:pt modelId="{FD9F3CAF-4F8C-48A0-BE03-C9ECD073DDDA}" type="pres">
      <dgm:prSet presAssocID="{F4BECFAF-7A88-4336-BD47-5ECA5918A206}" presName="c4text" presStyleLbl="node1" presStyleIdx="3" presStyleCnt="7">
        <dgm:presLayoutVars>
          <dgm:bulletEnabled val="1"/>
        </dgm:presLayoutVars>
      </dgm:prSet>
      <dgm:spPr/>
    </dgm:pt>
    <dgm:pt modelId="{F60F36BC-446E-4F21-BE7D-ABF496307390}" type="pres">
      <dgm:prSet presAssocID="{F4BECFAF-7A88-4336-BD47-5ECA5918A206}" presName="comp5" presStyleCnt="0"/>
      <dgm:spPr/>
    </dgm:pt>
    <dgm:pt modelId="{3194548B-9037-4EAA-9A1B-8253E085D04C}" type="pres">
      <dgm:prSet presAssocID="{F4BECFAF-7A88-4336-BD47-5ECA5918A206}" presName="circle5" presStyleLbl="node1" presStyleIdx="4" presStyleCnt="7"/>
      <dgm:spPr/>
    </dgm:pt>
    <dgm:pt modelId="{64C032DC-7D8F-40DB-9BCC-9D9802D34B1B}" type="pres">
      <dgm:prSet presAssocID="{F4BECFAF-7A88-4336-BD47-5ECA5918A206}" presName="c5text" presStyleLbl="node1" presStyleIdx="4" presStyleCnt="7">
        <dgm:presLayoutVars>
          <dgm:bulletEnabled val="1"/>
        </dgm:presLayoutVars>
      </dgm:prSet>
      <dgm:spPr/>
    </dgm:pt>
    <dgm:pt modelId="{56C53523-0CF5-42C3-A3C2-3A1C533A3F58}" type="pres">
      <dgm:prSet presAssocID="{F4BECFAF-7A88-4336-BD47-5ECA5918A206}" presName="comp6" presStyleCnt="0"/>
      <dgm:spPr/>
    </dgm:pt>
    <dgm:pt modelId="{73F1B770-AF46-49D6-BF46-EA15520ADFF3}" type="pres">
      <dgm:prSet presAssocID="{F4BECFAF-7A88-4336-BD47-5ECA5918A206}" presName="circle6" presStyleLbl="node1" presStyleIdx="5" presStyleCnt="7"/>
      <dgm:spPr/>
    </dgm:pt>
    <dgm:pt modelId="{0BFC4621-B8E4-4475-B201-92485A424451}" type="pres">
      <dgm:prSet presAssocID="{F4BECFAF-7A88-4336-BD47-5ECA5918A206}" presName="c6text" presStyleLbl="node1" presStyleIdx="5" presStyleCnt="7">
        <dgm:presLayoutVars>
          <dgm:bulletEnabled val="1"/>
        </dgm:presLayoutVars>
      </dgm:prSet>
      <dgm:spPr/>
    </dgm:pt>
    <dgm:pt modelId="{B8251CD0-DC4B-4593-A41F-332ACD22CCB5}" type="pres">
      <dgm:prSet presAssocID="{F4BECFAF-7A88-4336-BD47-5ECA5918A206}" presName="comp7" presStyleCnt="0"/>
      <dgm:spPr/>
    </dgm:pt>
    <dgm:pt modelId="{B6D27357-A6D5-47C4-8157-A4B416282135}" type="pres">
      <dgm:prSet presAssocID="{F4BECFAF-7A88-4336-BD47-5ECA5918A206}" presName="circle7" presStyleLbl="node1" presStyleIdx="6" presStyleCnt="7"/>
      <dgm:spPr/>
    </dgm:pt>
    <dgm:pt modelId="{F44602F0-0E74-47E9-94AA-076983720784}" type="pres">
      <dgm:prSet presAssocID="{F4BECFAF-7A88-4336-BD47-5ECA5918A206}" presName="c7text" presStyleLbl="node1" presStyleIdx="6" presStyleCnt="7">
        <dgm:presLayoutVars>
          <dgm:bulletEnabled val="1"/>
        </dgm:presLayoutVars>
      </dgm:prSet>
      <dgm:spPr/>
    </dgm:pt>
  </dgm:ptLst>
  <dgm:cxnLst>
    <dgm:cxn modelId="{B260B207-F821-43EA-8350-2E1B9CADD8C4}" type="presOf" srcId="{4AA93875-2224-4C9D-9261-6B6434E3D216}" destId="{B2D95902-D885-4751-924A-49F6F311C419}" srcOrd="0" destOrd="0" presId="urn:microsoft.com/office/officeart/2005/8/layout/venn2"/>
    <dgm:cxn modelId="{6619AB0D-0938-4FFF-BE7E-EB7C5BCBB823}" type="presOf" srcId="{79C74B1A-289B-470A-B37D-63AEDEFD82C7}" destId="{3194548B-9037-4EAA-9A1B-8253E085D04C}" srcOrd="0" destOrd="0" presId="urn:microsoft.com/office/officeart/2005/8/layout/venn2"/>
    <dgm:cxn modelId="{8FEDDE12-BBEE-4ACC-B7E9-AA2026C776BF}" type="presOf" srcId="{F4BECFAF-7A88-4336-BD47-5ECA5918A206}" destId="{CC3D3AFB-97E2-4D5B-8043-A95AD1DDEFFE}" srcOrd="0" destOrd="0" presId="urn:microsoft.com/office/officeart/2005/8/layout/venn2"/>
    <dgm:cxn modelId="{BE6D1B1A-8407-4A7E-85FA-2FE8F8922B6E}" type="presOf" srcId="{F540FE6C-160D-48EC-98A3-5225FC41A087}" destId="{0BFC4621-B8E4-4475-B201-92485A424451}" srcOrd="1" destOrd="0" presId="urn:microsoft.com/office/officeart/2005/8/layout/venn2"/>
    <dgm:cxn modelId="{584DAB22-AC52-458C-AF33-9620BDC6DF5A}" type="presOf" srcId="{4AA93875-2224-4C9D-9261-6B6434E3D216}" destId="{FD9F3CAF-4F8C-48A0-BE03-C9ECD073DDDA}" srcOrd="1" destOrd="0" presId="urn:microsoft.com/office/officeart/2005/8/layout/venn2"/>
    <dgm:cxn modelId="{BEE46D26-7E4E-4492-A188-14A35E68248F}" srcId="{F4BECFAF-7A88-4336-BD47-5ECA5918A206}" destId="{79C74B1A-289B-470A-B37D-63AEDEFD82C7}" srcOrd="4" destOrd="0" parTransId="{69ED1FF2-BDFF-4E3A-B5CE-C92C5EBF1681}" sibTransId="{4EBED384-E1BB-4230-8F97-AF393749C28C}"/>
    <dgm:cxn modelId="{F2004C2C-3B9C-441C-AEA1-DD172C4DB615}" type="presOf" srcId="{B1C6F5F2-6E7A-4B20-B251-2621B3E86398}" destId="{B2BCA6A2-8EE4-4DE3-81D1-CD022AEDE1C5}" srcOrd="1" destOrd="0" presId="urn:microsoft.com/office/officeart/2005/8/layout/venn2"/>
    <dgm:cxn modelId="{112AF231-F38E-449B-81E4-782BA2E66BC5}" type="presOf" srcId="{8EA55FCD-CC0D-4BAE-9914-CF1ECD9236DF}" destId="{9D69DCAB-6D53-40AD-B8D0-976BC9353BE9}" srcOrd="0" destOrd="0" presId="urn:microsoft.com/office/officeart/2005/8/layout/venn2"/>
    <dgm:cxn modelId="{4FB4E733-DBFD-4699-9630-C2CB949965C8}" srcId="{F4BECFAF-7A88-4336-BD47-5ECA5918A206}" destId="{CBA3B757-A9BF-452F-ADBB-0EBFA18A4D65}" srcOrd="6" destOrd="0" parTransId="{4DE76765-6FE1-4505-96AD-DE7C3AD7BA4E}" sibTransId="{CC13FD4D-7236-48D2-951B-F206DCEBCE43}"/>
    <dgm:cxn modelId="{D8966147-2B7E-4111-AB56-55D01F54C17E}" srcId="{F4BECFAF-7A88-4336-BD47-5ECA5918A206}" destId="{8EA55FCD-CC0D-4BAE-9914-CF1ECD9236DF}" srcOrd="0" destOrd="0" parTransId="{EAD3F9B8-D445-4261-BC2D-B55610510DD1}" sibTransId="{681D2AB4-4A98-47FF-B640-D42D867F7434}"/>
    <dgm:cxn modelId="{47C1B169-C71E-40C7-B0E0-4DF22435002C}" type="presOf" srcId="{CBA3B757-A9BF-452F-ADBB-0EBFA18A4D65}" destId="{F44602F0-0E74-47E9-94AA-076983720784}" srcOrd="1" destOrd="0" presId="urn:microsoft.com/office/officeart/2005/8/layout/venn2"/>
    <dgm:cxn modelId="{59456852-D2C5-4BA6-9CB0-785E2F1E9803}" type="presOf" srcId="{8EA55FCD-CC0D-4BAE-9914-CF1ECD9236DF}" destId="{50D99032-FEFF-4DAB-9BE6-FBD60E3F51DE}" srcOrd="1" destOrd="0" presId="urn:microsoft.com/office/officeart/2005/8/layout/venn2"/>
    <dgm:cxn modelId="{22F23993-39CC-4FEB-8253-526EFC362EFA}" type="presOf" srcId="{F540FE6C-160D-48EC-98A3-5225FC41A087}" destId="{73F1B770-AF46-49D6-BF46-EA15520ADFF3}" srcOrd="0" destOrd="0" presId="urn:microsoft.com/office/officeart/2005/8/layout/venn2"/>
    <dgm:cxn modelId="{0B76E8A0-DCAF-4BE4-875D-6F8C69EE7139}" type="presOf" srcId="{09FE28B9-718A-4B1B-AC0B-EC9C38831677}" destId="{CAC33704-7216-48F8-9ECF-A129033BB556}" srcOrd="0" destOrd="0" presId="urn:microsoft.com/office/officeart/2005/8/layout/venn2"/>
    <dgm:cxn modelId="{9836D4A3-8765-436A-86DF-A8E74462C38F}" srcId="{F4BECFAF-7A88-4336-BD47-5ECA5918A206}" destId="{09FE28B9-718A-4B1B-AC0B-EC9C38831677}" srcOrd="2" destOrd="0" parTransId="{0B9E41B4-0AE6-4456-BE6A-DE0189FD22D0}" sibTransId="{45E4F941-1E9C-49C0-A799-2E0864B15053}"/>
    <dgm:cxn modelId="{4A0BADAA-F1AE-4187-9C5E-0B69CD098AAB}" type="presOf" srcId="{CBA3B757-A9BF-452F-ADBB-0EBFA18A4D65}" destId="{B6D27357-A6D5-47C4-8157-A4B416282135}" srcOrd="0" destOrd="0" presId="urn:microsoft.com/office/officeart/2005/8/layout/venn2"/>
    <dgm:cxn modelId="{EEFC10AF-D724-48E9-8AED-64ADEC5D20CE}" srcId="{F4BECFAF-7A88-4336-BD47-5ECA5918A206}" destId="{F540FE6C-160D-48EC-98A3-5225FC41A087}" srcOrd="5" destOrd="0" parTransId="{F3332B10-4AF5-4B47-80F7-F28F293F7A1C}" sibTransId="{2B9D80CE-80B1-44AF-8399-5D40892B6B08}"/>
    <dgm:cxn modelId="{4652CED5-3BD3-41C8-8954-2FFBC3723D85}" type="presOf" srcId="{79C74B1A-289B-470A-B37D-63AEDEFD82C7}" destId="{64C032DC-7D8F-40DB-9BCC-9D9802D34B1B}" srcOrd="1" destOrd="0" presId="urn:microsoft.com/office/officeart/2005/8/layout/venn2"/>
    <dgm:cxn modelId="{42C234D6-DC03-4A47-8653-E803502F89E5}" type="presOf" srcId="{B1C6F5F2-6E7A-4B20-B251-2621B3E86398}" destId="{999C9FD2-A15C-4F37-90F9-AA896F91EE5C}" srcOrd="0" destOrd="0" presId="urn:microsoft.com/office/officeart/2005/8/layout/venn2"/>
    <dgm:cxn modelId="{8CE7C7EA-DE95-4E7D-8366-8203DC5827A2}" type="presOf" srcId="{09FE28B9-718A-4B1B-AC0B-EC9C38831677}" destId="{CA887927-3B32-48A2-9853-B27AAAAE3A78}" srcOrd="1" destOrd="0" presId="urn:microsoft.com/office/officeart/2005/8/layout/venn2"/>
    <dgm:cxn modelId="{21D784FC-25C9-4F5A-924C-1FC8162C6B35}" srcId="{F4BECFAF-7A88-4336-BD47-5ECA5918A206}" destId="{4AA93875-2224-4C9D-9261-6B6434E3D216}" srcOrd="3" destOrd="0" parTransId="{22C4B674-80A7-496B-9119-68D2C46A36CD}" sibTransId="{840888C3-5B33-460E-B8D8-A878E331E3FE}"/>
    <dgm:cxn modelId="{61CC5AFF-F271-432D-8794-067BA3972E4B}" srcId="{F4BECFAF-7A88-4336-BD47-5ECA5918A206}" destId="{B1C6F5F2-6E7A-4B20-B251-2621B3E86398}" srcOrd="1" destOrd="0" parTransId="{C102C6E5-EF6A-4B55-AD5E-5B09ED392853}" sibTransId="{00E78B0C-1C08-48CB-9DEA-B29148F48AA1}"/>
    <dgm:cxn modelId="{701DB8F0-5CF2-433E-9CF1-8E6F1AF436E4}" type="presParOf" srcId="{CC3D3AFB-97E2-4D5B-8043-A95AD1DDEFFE}" destId="{209FC1F4-7980-4B5C-AEBD-92D229812A70}" srcOrd="0" destOrd="0" presId="urn:microsoft.com/office/officeart/2005/8/layout/venn2"/>
    <dgm:cxn modelId="{6D4D80C1-34DF-4B82-8E03-9533DE493EB1}" type="presParOf" srcId="{209FC1F4-7980-4B5C-AEBD-92D229812A70}" destId="{9D69DCAB-6D53-40AD-B8D0-976BC9353BE9}" srcOrd="0" destOrd="0" presId="urn:microsoft.com/office/officeart/2005/8/layout/venn2"/>
    <dgm:cxn modelId="{38BA2D3A-5B68-47F4-A24A-A8D1A5253389}" type="presParOf" srcId="{209FC1F4-7980-4B5C-AEBD-92D229812A70}" destId="{50D99032-FEFF-4DAB-9BE6-FBD60E3F51DE}" srcOrd="1" destOrd="0" presId="urn:microsoft.com/office/officeart/2005/8/layout/venn2"/>
    <dgm:cxn modelId="{2BA15E44-CD4A-4073-9F02-C98474D382B1}" type="presParOf" srcId="{CC3D3AFB-97E2-4D5B-8043-A95AD1DDEFFE}" destId="{08DF85EC-9F9E-4C3C-AA62-577AEA588CF2}" srcOrd="1" destOrd="0" presId="urn:microsoft.com/office/officeart/2005/8/layout/venn2"/>
    <dgm:cxn modelId="{F32F12E6-0597-4EC5-ABAC-447E7208AFDF}" type="presParOf" srcId="{08DF85EC-9F9E-4C3C-AA62-577AEA588CF2}" destId="{999C9FD2-A15C-4F37-90F9-AA896F91EE5C}" srcOrd="0" destOrd="0" presId="urn:microsoft.com/office/officeart/2005/8/layout/venn2"/>
    <dgm:cxn modelId="{7D947A90-6B1F-4F18-86B5-8D2CF8CA7955}" type="presParOf" srcId="{08DF85EC-9F9E-4C3C-AA62-577AEA588CF2}" destId="{B2BCA6A2-8EE4-4DE3-81D1-CD022AEDE1C5}" srcOrd="1" destOrd="0" presId="urn:microsoft.com/office/officeart/2005/8/layout/venn2"/>
    <dgm:cxn modelId="{771DACD9-FC85-4382-857A-0AA3054242BB}" type="presParOf" srcId="{CC3D3AFB-97E2-4D5B-8043-A95AD1DDEFFE}" destId="{DCD495E1-165A-4C61-B40B-6F20807BCB8F}" srcOrd="2" destOrd="0" presId="urn:microsoft.com/office/officeart/2005/8/layout/venn2"/>
    <dgm:cxn modelId="{2493FDB1-F54E-4B8A-AC0E-BFA2FB712B9A}" type="presParOf" srcId="{DCD495E1-165A-4C61-B40B-6F20807BCB8F}" destId="{CAC33704-7216-48F8-9ECF-A129033BB556}" srcOrd="0" destOrd="0" presId="urn:microsoft.com/office/officeart/2005/8/layout/venn2"/>
    <dgm:cxn modelId="{F7378EB3-57B4-4D19-98F1-60F61A7F9629}" type="presParOf" srcId="{DCD495E1-165A-4C61-B40B-6F20807BCB8F}" destId="{CA887927-3B32-48A2-9853-B27AAAAE3A78}" srcOrd="1" destOrd="0" presId="urn:microsoft.com/office/officeart/2005/8/layout/venn2"/>
    <dgm:cxn modelId="{E5FFDDE7-2ABA-4929-AF27-3A5D7701E2F7}" type="presParOf" srcId="{CC3D3AFB-97E2-4D5B-8043-A95AD1DDEFFE}" destId="{DFD41645-2249-4A22-B6F7-FB0707DFEBEC}" srcOrd="3" destOrd="0" presId="urn:microsoft.com/office/officeart/2005/8/layout/venn2"/>
    <dgm:cxn modelId="{3A8E6B83-6281-47FC-BF4D-383AFA47A47E}" type="presParOf" srcId="{DFD41645-2249-4A22-B6F7-FB0707DFEBEC}" destId="{B2D95902-D885-4751-924A-49F6F311C419}" srcOrd="0" destOrd="0" presId="urn:microsoft.com/office/officeart/2005/8/layout/venn2"/>
    <dgm:cxn modelId="{CAD302E5-1693-4F0D-ACA4-BC663B6E419E}" type="presParOf" srcId="{DFD41645-2249-4A22-B6F7-FB0707DFEBEC}" destId="{FD9F3CAF-4F8C-48A0-BE03-C9ECD073DDDA}" srcOrd="1" destOrd="0" presId="urn:microsoft.com/office/officeart/2005/8/layout/venn2"/>
    <dgm:cxn modelId="{5556651B-981F-4989-A5B3-129D5CBAFEDC}" type="presParOf" srcId="{CC3D3AFB-97E2-4D5B-8043-A95AD1DDEFFE}" destId="{F60F36BC-446E-4F21-BE7D-ABF496307390}" srcOrd="4" destOrd="0" presId="urn:microsoft.com/office/officeart/2005/8/layout/venn2"/>
    <dgm:cxn modelId="{97686CC8-B25A-4992-A7EC-346AB3C76018}" type="presParOf" srcId="{F60F36BC-446E-4F21-BE7D-ABF496307390}" destId="{3194548B-9037-4EAA-9A1B-8253E085D04C}" srcOrd="0" destOrd="0" presId="urn:microsoft.com/office/officeart/2005/8/layout/venn2"/>
    <dgm:cxn modelId="{88042750-77A3-45EC-BEEE-4CAAC2768EBE}" type="presParOf" srcId="{F60F36BC-446E-4F21-BE7D-ABF496307390}" destId="{64C032DC-7D8F-40DB-9BCC-9D9802D34B1B}" srcOrd="1" destOrd="0" presId="urn:microsoft.com/office/officeart/2005/8/layout/venn2"/>
    <dgm:cxn modelId="{F6191D70-5317-4266-9E33-68CC95C39EBD}" type="presParOf" srcId="{CC3D3AFB-97E2-4D5B-8043-A95AD1DDEFFE}" destId="{56C53523-0CF5-42C3-A3C2-3A1C533A3F58}" srcOrd="5" destOrd="0" presId="urn:microsoft.com/office/officeart/2005/8/layout/venn2"/>
    <dgm:cxn modelId="{8860040F-CA27-4327-B700-57390759B1FC}" type="presParOf" srcId="{56C53523-0CF5-42C3-A3C2-3A1C533A3F58}" destId="{73F1B770-AF46-49D6-BF46-EA15520ADFF3}" srcOrd="0" destOrd="0" presId="urn:microsoft.com/office/officeart/2005/8/layout/venn2"/>
    <dgm:cxn modelId="{BC95F87A-DF2E-470F-A87C-C1ACF7C59F94}" type="presParOf" srcId="{56C53523-0CF5-42C3-A3C2-3A1C533A3F58}" destId="{0BFC4621-B8E4-4475-B201-92485A424451}" srcOrd="1" destOrd="0" presId="urn:microsoft.com/office/officeart/2005/8/layout/venn2"/>
    <dgm:cxn modelId="{993AECCC-038E-4183-9F5A-1D43D2E5507C}" type="presParOf" srcId="{CC3D3AFB-97E2-4D5B-8043-A95AD1DDEFFE}" destId="{B8251CD0-DC4B-4593-A41F-332ACD22CCB5}" srcOrd="6" destOrd="0" presId="urn:microsoft.com/office/officeart/2005/8/layout/venn2"/>
    <dgm:cxn modelId="{58ED4A28-E926-4F6C-B20D-3C0112569A94}" type="presParOf" srcId="{B8251CD0-DC4B-4593-A41F-332ACD22CCB5}" destId="{B6D27357-A6D5-47C4-8157-A4B416282135}" srcOrd="0" destOrd="0" presId="urn:microsoft.com/office/officeart/2005/8/layout/venn2"/>
    <dgm:cxn modelId="{2AAB3089-B294-47F0-8F23-E987BE7C788C}" type="presParOf" srcId="{B8251CD0-DC4B-4593-A41F-332ACD22CCB5}" destId="{F44602F0-0E74-47E9-94AA-076983720784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76A1E39-402C-4F8E-B820-00FA17255D52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FBFBEDA-BB7F-4D28-87EA-D69C3EFF5E6D}">
      <dgm:prSet>
        <dgm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Project Risk</a:t>
          </a:r>
          <a:endParaRPr lang="en-IN" dirty="0"/>
        </a:p>
      </dgm:t>
    </dgm:pt>
    <dgm:pt modelId="{24AE8854-84C0-4A6E-BDBC-D0BD400A3222}" type="parTrans" cxnId="{AE410AE5-B6C3-4F40-A153-431AA8304454}">
      <dgm:prSet/>
      <dgm:spPr/>
      <dgm:t>
        <a:bodyPr/>
        <a:lstStyle/>
        <a:p>
          <a:endParaRPr lang="en-IN"/>
        </a:p>
      </dgm:t>
    </dgm:pt>
    <dgm:pt modelId="{07ED6087-04F9-4FD0-BCB0-0D055A732F10}" type="sibTrans" cxnId="{AE410AE5-B6C3-4F40-A153-431AA8304454}">
      <dgm:prSet/>
      <dgm:spPr/>
      <dgm:t>
        <a:bodyPr/>
        <a:lstStyle/>
        <a:p>
          <a:endParaRPr lang="en-IN"/>
        </a:p>
      </dgm:t>
    </dgm:pt>
    <dgm:pt modelId="{EDB134EF-DE7A-48C9-95A1-EEF981E68462}">
      <dgm:prSet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Application security</a:t>
          </a:r>
          <a:endParaRPr lang="en-IN" dirty="0"/>
        </a:p>
      </dgm:t>
    </dgm:pt>
    <dgm:pt modelId="{29881426-7F74-46DA-8429-8F9EB96BA7E4}" type="parTrans" cxnId="{D53171BB-CD25-4C89-9214-C00551F92615}">
      <dgm:prSet/>
      <dgm:spPr/>
      <dgm:t>
        <a:bodyPr/>
        <a:lstStyle/>
        <a:p>
          <a:endParaRPr lang="en-IN"/>
        </a:p>
      </dgm:t>
    </dgm:pt>
    <dgm:pt modelId="{758A9849-087F-45D8-BC8E-142952D199E9}" type="sibTrans" cxnId="{D53171BB-CD25-4C89-9214-C00551F92615}">
      <dgm:prSet/>
      <dgm:spPr/>
      <dgm:t>
        <a:bodyPr/>
        <a:lstStyle/>
        <a:p>
          <a:endParaRPr lang="en-IN"/>
        </a:p>
      </dgm:t>
    </dgm:pt>
    <dgm:pt modelId="{21350C3A-AF8E-4618-BC0A-32BDB56DDAA3}">
      <dgm:prSet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Information security</a:t>
          </a:r>
          <a:endParaRPr lang="en-IN" dirty="0"/>
        </a:p>
      </dgm:t>
    </dgm:pt>
    <dgm:pt modelId="{B91BC3B4-32DE-45B1-9F8D-5785A83AA841}" type="parTrans" cxnId="{362FBBF3-7717-43AC-B37A-018BBE638B47}">
      <dgm:prSet/>
      <dgm:spPr/>
      <dgm:t>
        <a:bodyPr/>
        <a:lstStyle/>
        <a:p>
          <a:endParaRPr lang="en-IN"/>
        </a:p>
      </dgm:t>
    </dgm:pt>
    <dgm:pt modelId="{0C7D0ACF-B889-4A94-9B1F-B50FD208CAC3}" type="sibTrans" cxnId="{362FBBF3-7717-43AC-B37A-018BBE638B47}">
      <dgm:prSet/>
      <dgm:spPr/>
      <dgm:t>
        <a:bodyPr/>
        <a:lstStyle/>
        <a:p>
          <a:endParaRPr lang="en-IN"/>
        </a:p>
      </dgm:t>
    </dgm:pt>
    <dgm:pt modelId="{EA2B25BB-A9D8-4E43-989E-CDEE2FA51641}">
      <dgm:prSet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Disaster security</a:t>
          </a:r>
          <a:endParaRPr lang="en-IN" dirty="0"/>
        </a:p>
      </dgm:t>
    </dgm:pt>
    <dgm:pt modelId="{E132E4E8-C00E-4E55-B71F-FE53CEE9BAF2}" type="parTrans" cxnId="{302CF5EE-F1B0-4213-97F9-819431EBACB5}">
      <dgm:prSet/>
      <dgm:spPr/>
      <dgm:t>
        <a:bodyPr/>
        <a:lstStyle/>
        <a:p>
          <a:endParaRPr lang="en-IN"/>
        </a:p>
      </dgm:t>
    </dgm:pt>
    <dgm:pt modelId="{E4351BE7-47EC-41A9-8653-0B028301E9C3}" type="sibTrans" cxnId="{302CF5EE-F1B0-4213-97F9-819431EBACB5}">
      <dgm:prSet/>
      <dgm:spPr/>
      <dgm:t>
        <a:bodyPr/>
        <a:lstStyle/>
        <a:p>
          <a:endParaRPr lang="en-IN"/>
        </a:p>
      </dgm:t>
    </dgm:pt>
    <dgm:pt modelId="{04F01D9E-5DE3-4121-A064-E21FE3C63F9F}">
      <dgm:prSet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Network security</a:t>
          </a:r>
          <a:endParaRPr lang="en-IN" dirty="0"/>
        </a:p>
      </dgm:t>
    </dgm:pt>
    <dgm:pt modelId="{CE07C746-C740-4CF5-BE6C-6787F3F53541}" type="parTrans" cxnId="{2689CED0-D95A-4555-8FC9-D6C8391DBF60}">
      <dgm:prSet/>
      <dgm:spPr/>
      <dgm:t>
        <a:bodyPr/>
        <a:lstStyle/>
        <a:p>
          <a:endParaRPr lang="en-IN"/>
        </a:p>
      </dgm:t>
    </dgm:pt>
    <dgm:pt modelId="{AB97171D-B455-4251-9757-BA0F8AB7BE44}" type="sibTrans" cxnId="{2689CED0-D95A-4555-8FC9-D6C8391DBF60}">
      <dgm:prSet/>
      <dgm:spPr/>
      <dgm:t>
        <a:bodyPr/>
        <a:lstStyle/>
        <a:p>
          <a:endParaRPr lang="en-IN"/>
        </a:p>
      </dgm:t>
    </dgm:pt>
    <dgm:pt modelId="{4ABFF98B-78E8-40F2-A2A4-2E4440FA7463}">
      <dgm:prSet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End user security</a:t>
          </a:r>
          <a:endParaRPr lang="en-IN" dirty="0"/>
        </a:p>
      </dgm:t>
    </dgm:pt>
    <dgm:pt modelId="{464E43CA-546D-4FAD-ABF6-23B7F2A82051}" type="parTrans" cxnId="{30482F08-2A0D-454A-97F9-8F8CBEF8A994}">
      <dgm:prSet/>
      <dgm:spPr/>
      <dgm:t>
        <a:bodyPr/>
        <a:lstStyle/>
        <a:p>
          <a:endParaRPr lang="en-IN"/>
        </a:p>
      </dgm:t>
    </dgm:pt>
    <dgm:pt modelId="{BCDCD911-4E93-4CBC-9E55-2AE2BE6A93B3}" type="sibTrans" cxnId="{30482F08-2A0D-454A-97F9-8F8CBEF8A994}">
      <dgm:prSet/>
      <dgm:spPr/>
      <dgm:t>
        <a:bodyPr/>
        <a:lstStyle/>
        <a:p>
          <a:endParaRPr lang="en-IN"/>
        </a:p>
      </dgm:t>
    </dgm:pt>
    <dgm:pt modelId="{608C354E-3EF7-4DBE-A90E-58757544313B}">
      <dgm:prSet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Operational security</a:t>
          </a:r>
          <a:endParaRPr lang="en-IN" dirty="0"/>
        </a:p>
      </dgm:t>
    </dgm:pt>
    <dgm:pt modelId="{71416009-2246-469E-9A10-D37E1687B164}" type="parTrans" cxnId="{C99D2E70-8561-469F-AE9A-2BB5D6235093}">
      <dgm:prSet/>
      <dgm:spPr/>
      <dgm:t>
        <a:bodyPr/>
        <a:lstStyle/>
        <a:p>
          <a:endParaRPr lang="en-IN"/>
        </a:p>
      </dgm:t>
    </dgm:pt>
    <dgm:pt modelId="{19F17B60-DE9F-4F7B-B5FF-CFB438921395}" type="sibTrans" cxnId="{C99D2E70-8561-469F-AE9A-2BB5D6235093}">
      <dgm:prSet/>
      <dgm:spPr/>
      <dgm:t>
        <a:bodyPr/>
        <a:lstStyle/>
        <a:p>
          <a:endParaRPr lang="en-IN"/>
        </a:p>
      </dgm:t>
    </dgm:pt>
    <dgm:pt modelId="{1C98FAB3-79B9-49C7-A349-7705440E6C1B}">
      <dgm:prSet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Authentication</a:t>
          </a:r>
          <a:endParaRPr lang="en-IN" dirty="0"/>
        </a:p>
      </dgm:t>
    </dgm:pt>
    <dgm:pt modelId="{F6921FD5-10F7-4A55-993B-45196B8D4A05}" type="parTrans" cxnId="{886C3533-868E-4921-8377-2E5CD9561D53}">
      <dgm:prSet/>
      <dgm:spPr/>
      <dgm:t>
        <a:bodyPr/>
        <a:lstStyle/>
        <a:p>
          <a:endParaRPr lang="en-IN"/>
        </a:p>
      </dgm:t>
    </dgm:pt>
    <dgm:pt modelId="{C8AB9DD6-A37C-4D96-8058-B47EBB274889}" type="sibTrans" cxnId="{886C3533-868E-4921-8377-2E5CD9561D53}">
      <dgm:prSet/>
      <dgm:spPr/>
      <dgm:t>
        <a:bodyPr/>
        <a:lstStyle/>
        <a:p>
          <a:endParaRPr lang="en-IN"/>
        </a:p>
      </dgm:t>
    </dgm:pt>
    <dgm:pt modelId="{4464DE45-F1E5-4F3A-BC31-C87228A6BC01}">
      <dgm:prSet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Authorization</a:t>
          </a:r>
          <a:endParaRPr lang="en-IN" dirty="0"/>
        </a:p>
      </dgm:t>
    </dgm:pt>
    <dgm:pt modelId="{B7A56C4F-5760-4318-9614-B70CC8421673}" type="parTrans" cxnId="{C1E8CA61-F6C5-476B-99FE-D1644F54EDF5}">
      <dgm:prSet/>
      <dgm:spPr/>
      <dgm:t>
        <a:bodyPr/>
        <a:lstStyle/>
        <a:p>
          <a:endParaRPr lang="en-IN"/>
        </a:p>
      </dgm:t>
    </dgm:pt>
    <dgm:pt modelId="{6DBCB801-0AE2-4006-96B8-010E85650CB4}" type="sibTrans" cxnId="{C1E8CA61-F6C5-476B-99FE-D1644F54EDF5}">
      <dgm:prSet/>
      <dgm:spPr/>
      <dgm:t>
        <a:bodyPr/>
        <a:lstStyle/>
        <a:p>
          <a:endParaRPr lang="en-IN"/>
        </a:p>
      </dgm:t>
    </dgm:pt>
    <dgm:pt modelId="{D6467A8F-50EA-47EC-B2B8-27B5270614E7}">
      <dgm:prSet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Encryption</a:t>
          </a:r>
          <a:endParaRPr lang="en-IN" dirty="0"/>
        </a:p>
      </dgm:t>
    </dgm:pt>
    <dgm:pt modelId="{C7D95A86-E501-474F-9632-8C8706AB982A}" type="parTrans" cxnId="{B8B6A77A-20B7-4732-8951-D751FBE8E1BC}">
      <dgm:prSet/>
      <dgm:spPr/>
      <dgm:t>
        <a:bodyPr/>
        <a:lstStyle/>
        <a:p>
          <a:endParaRPr lang="en-IN"/>
        </a:p>
      </dgm:t>
    </dgm:pt>
    <dgm:pt modelId="{A5667C49-0AE2-4C9B-B3B1-1B3F980D7C1A}" type="sibTrans" cxnId="{B8B6A77A-20B7-4732-8951-D751FBE8E1BC}">
      <dgm:prSet/>
      <dgm:spPr/>
      <dgm:t>
        <a:bodyPr/>
        <a:lstStyle/>
        <a:p>
          <a:endParaRPr lang="en-IN"/>
        </a:p>
      </dgm:t>
    </dgm:pt>
    <dgm:pt modelId="{9D488DEF-BBB1-411E-93D3-9172A197211A}">
      <dgm:prSet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Logging</a:t>
          </a:r>
          <a:endParaRPr lang="en-IN" dirty="0"/>
        </a:p>
      </dgm:t>
    </dgm:pt>
    <dgm:pt modelId="{8118CBA1-325E-4A1E-BE7C-B913D9BD7633}" type="parTrans" cxnId="{483C23EA-ACD0-4D63-B966-7DC21DF66E01}">
      <dgm:prSet/>
      <dgm:spPr/>
      <dgm:t>
        <a:bodyPr/>
        <a:lstStyle/>
        <a:p>
          <a:endParaRPr lang="en-IN"/>
        </a:p>
      </dgm:t>
    </dgm:pt>
    <dgm:pt modelId="{55D0A6EA-7417-401E-A2D4-4294434FA904}" type="sibTrans" cxnId="{483C23EA-ACD0-4D63-B966-7DC21DF66E01}">
      <dgm:prSet/>
      <dgm:spPr/>
      <dgm:t>
        <a:bodyPr/>
        <a:lstStyle/>
        <a:p>
          <a:endParaRPr lang="en-IN"/>
        </a:p>
      </dgm:t>
    </dgm:pt>
    <dgm:pt modelId="{5E059F28-72A4-4317-B0F7-1AC74B7C5A8E}">
      <dgm:prSet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Application Security testing</a:t>
          </a:r>
          <a:endParaRPr lang="en-IN" dirty="0"/>
        </a:p>
      </dgm:t>
    </dgm:pt>
    <dgm:pt modelId="{AF537E53-E773-4AF7-82AC-B83D2C9D4C7A}" type="parTrans" cxnId="{EB1EFA38-24E1-407F-847C-BAFFAFCC9AB7}">
      <dgm:prSet/>
      <dgm:spPr/>
      <dgm:t>
        <a:bodyPr/>
        <a:lstStyle/>
        <a:p>
          <a:endParaRPr lang="en-IN"/>
        </a:p>
      </dgm:t>
    </dgm:pt>
    <dgm:pt modelId="{CF54AE79-657A-4749-989A-F7F06117330E}" type="sibTrans" cxnId="{EB1EFA38-24E1-407F-847C-BAFFAFCC9AB7}">
      <dgm:prSet/>
      <dgm:spPr/>
      <dgm:t>
        <a:bodyPr/>
        <a:lstStyle/>
        <a:p>
          <a:endParaRPr lang="en-IN"/>
        </a:p>
      </dgm:t>
    </dgm:pt>
    <dgm:pt modelId="{1C6BFB63-2214-4642-8399-AA480C94CCAA}">
      <dgm:prSet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Scope &amp; Objective</a:t>
          </a:r>
          <a:endParaRPr lang="en-IN" dirty="0"/>
        </a:p>
      </dgm:t>
    </dgm:pt>
    <dgm:pt modelId="{AB9F9395-EB1B-4E7C-862B-6EBD601E17F4}" type="parTrans" cxnId="{603B040F-C7C9-4B92-9F67-D3FDE6CA84E2}">
      <dgm:prSet/>
      <dgm:spPr/>
      <dgm:t>
        <a:bodyPr/>
        <a:lstStyle/>
        <a:p>
          <a:endParaRPr lang="en-IN"/>
        </a:p>
      </dgm:t>
    </dgm:pt>
    <dgm:pt modelId="{689CFB2F-F13E-4036-90DE-0F2DA3233AF6}" type="sibTrans" cxnId="{603B040F-C7C9-4B92-9F67-D3FDE6CA84E2}">
      <dgm:prSet/>
      <dgm:spPr/>
      <dgm:t>
        <a:bodyPr/>
        <a:lstStyle/>
        <a:p>
          <a:endParaRPr lang="en-IN"/>
        </a:p>
      </dgm:t>
    </dgm:pt>
    <dgm:pt modelId="{4E7B3C38-ED63-4A4E-A09D-8E27D69553D8}">
      <dgm:prSet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Requirement definition</a:t>
          </a:r>
          <a:endParaRPr lang="en-IN" dirty="0"/>
        </a:p>
      </dgm:t>
    </dgm:pt>
    <dgm:pt modelId="{D70D5A55-B1F7-464F-8338-88C106218FCD}" type="parTrans" cxnId="{DC7E2311-608E-4919-8007-115ED40E21EB}">
      <dgm:prSet/>
      <dgm:spPr/>
      <dgm:t>
        <a:bodyPr/>
        <a:lstStyle/>
        <a:p>
          <a:endParaRPr lang="en-IN"/>
        </a:p>
      </dgm:t>
    </dgm:pt>
    <dgm:pt modelId="{9B4436FC-55DF-4FCE-B229-851BFA1EBFD1}" type="sibTrans" cxnId="{DC7E2311-608E-4919-8007-115ED40E21EB}">
      <dgm:prSet/>
      <dgm:spPr/>
      <dgm:t>
        <a:bodyPr/>
        <a:lstStyle/>
        <a:p>
          <a:endParaRPr lang="en-IN"/>
        </a:p>
      </dgm:t>
    </dgm:pt>
    <dgm:pt modelId="{BBD81C86-F772-4EC8-A014-521B745702AF}">
      <dgm:prSet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Technology employed</a:t>
          </a:r>
          <a:endParaRPr lang="en-IN" dirty="0"/>
        </a:p>
      </dgm:t>
    </dgm:pt>
    <dgm:pt modelId="{C97694E2-B33C-4A55-9EAA-6CD159FAE8AD}" type="parTrans" cxnId="{6AC2E39E-5254-4811-AB7D-680203C3B74E}">
      <dgm:prSet/>
      <dgm:spPr/>
      <dgm:t>
        <a:bodyPr/>
        <a:lstStyle/>
        <a:p>
          <a:endParaRPr lang="en-IN"/>
        </a:p>
      </dgm:t>
    </dgm:pt>
    <dgm:pt modelId="{FEB2DA0F-F401-4FF1-99EF-89F85AA80CA7}" type="sibTrans" cxnId="{6AC2E39E-5254-4811-AB7D-680203C3B74E}">
      <dgm:prSet/>
      <dgm:spPr/>
      <dgm:t>
        <a:bodyPr/>
        <a:lstStyle/>
        <a:p>
          <a:endParaRPr lang="en-IN"/>
        </a:p>
      </dgm:t>
    </dgm:pt>
    <dgm:pt modelId="{1F2C85AA-D32B-4DC7-A6E8-60F3E9B7F58C}">
      <dgm:prSet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Technical processes</a:t>
          </a:r>
          <a:endParaRPr lang="en-IN" dirty="0"/>
        </a:p>
      </dgm:t>
    </dgm:pt>
    <dgm:pt modelId="{37460EC9-6EFB-4507-93F2-41A65503D0D3}" type="parTrans" cxnId="{BC68D736-3C69-43CD-84EA-AA5A42144F7B}">
      <dgm:prSet/>
      <dgm:spPr/>
      <dgm:t>
        <a:bodyPr/>
        <a:lstStyle/>
        <a:p>
          <a:endParaRPr lang="en-IN"/>
        </a:p>
      </dgm:t>
    </dgm:pt>
    <dgm:pt modelId="{0FE7886C-82C9-45CF-BA99-C96688E075FD}" type="sibTrans" cxnId="{BC68D736-3C69-43CD-84EA-AA5A42144F7B}">
      <dgm:prSet/>
      <dgm:spPr/>
      <dgm:t>
        <a:bodyPr/>
        <a:lstStyle/>
        <a:p>
          <a:endParaRPr lang="en-IN"/>
        </a:p>
      </dgm:t>
    </dgm:pt>
    <dgm:pt modelId="{368F398C-E0CE-4E22-ADEA-F0DE5F2EAC92}">
      <dgm:prSet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User interfaces</a:t>
          </a:r>
          <a:endParaRPr lang="en-IN" dirty="0"/>
        </a:p>
      </dgm:t>
    </dgm:pt>
    <dgm:pt modelId="{1CFE1D45-82DD-4FD0-AE78-4FF3D33AFB10}" type="parTrans" cxnId="{FA08B9E2-5C34-483B-B730-B68796FA1D17}">
      <dgm:prSet/>
      <dgm:spPr/>
      <dgm:t>
        <a:bodyPr/>
        <a:lstStyle/>
        <a:p>
          <a:endParaRPr lang="en-IN"/>
        </a:p>
      </dgm:t>
    </dgm:pt>
    <dgm:pt modelId="{079A4292-0C6D-4C08-A059-D8DEC5F360D3}" type="sibTrans" cxnId="{FA08B9E2-5C34-483B-B730-B68796FA1D17}">
      <dgm:prSet/>
      <dgm:spPr/>
      <dgm:t>
        <a:bodyPr/>
        <a:lstStyle/>
        <a:p>
          <a:endParaRPr lang="en-IN"/>
        </a:p>
      </dgm:t>
    </dgm:pt>
    <dgm:pt modelId="{7E137621-EC33-432B-AE8D-9152BF53712E}">
      <dgm:prSet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Technology scaling</a:t>
          </a:r>
          <a:endParaRPr lang="en-IN" dirty="0"/>
        </a:p>
      </dgm:t>
    </dgm:pt>
    <dgm:pt modelId="{37C076DB-E817-4468-B1A1-7F91ABED5139}" type="parTrans" cxnId="{DF6943E9-0379-46EF-AF34-1599C0EB44B2}">
      <dgm:prSet/>
      <dgm:spPr/>
      <dgm:t>
        <a:bodyPr/>
        <a:lstStyle/>
        <a:p>
          <a:endParaRPr lang="en-IN"/>
        </a:p>
      </dgm:t>
    </dgm:pt>
    <dgm:pt modelId="{0BA87DEA-315B-4675-A71D-451874C0058B}" type="sibTrans" cxnId="{DF6943E9-0379-46EF-AF34-1599C0EB44B2}">
      <dgm:prSet/>
      <dgm:spPr/>
      <dgm:t>
        <a:bodyPr/>
        <a:lstStyle/>
        <a:p>
          <a:endParaRPr lang="en-IN"/>
        </a:p>
      </dgm:t>
    </dgm:pt>
    <dgm:pt modelId="{FB729D5A-D358-4E2E-8DED-A1BBB78A1E2F}">
      <dgm:prSet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Overall technical performance</a:t>
          </a:r>
          <a:endParaRPr lang="en-IN" dirty="0"/>
        </a:p>
      </dgm:t>
    </dgm:pt>
    <dgm:pt modelId="{08118E96-220A-4AD6-9289-847955864998}" type="parTrans" cxnId="{FDD2CB83-D785-4663-B6F7-71165A47D81D}">
      <dgm:prSet/>
      <dgm:spPr/>
      <dgm:t>
        <a:bodyPr/>
        <a:lstStyle/>
        <a:p>
          <a:endParaRPr lang="en-IN"/>
        </a:p>
      </dgm:t>
    </dgm:pt>
    <dgm:pt modelId="{73587CE8-AF00-4A6C-B8AF-15AE154EE5C2}" type="sibTrans" cxnId="{FDD2CB83-D785-4663-B6F7-71165A47D81D}">
      <dgm:prSet/>
      <dgm:spPr/>
      <dgm:t>
        <a:bodyPr/>
        <a:lstStyle/>
        <a:p>
          <a:endParaRPr lang="en-IN"/>
        </a:p>
      </dgm:t>
    </dgm:pt>
    <dgm:pt modelId="{F49B38AF-0DB1-4CA7-8DA9-446536F6D4A7}">
      <dgm:prSet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Safety, security and reliability</a:t>
          </a:r>
          <a:endParaRPr lang="en-IN" dirty="0"/>
        </a:p>
      </dgm:t>
    </dgm:pt>
    <dgm:pt modelId="{4E7B23AB-E46C-4749-B308-5BC9387184D4}" type="parTrans" cxnId="{46620EFB-6E75-4922-A09B-AD506B3A2EF3}">
      <dgm:prSet/>
      <dgm:spPr/>
      <dgm:t>
        <a:bodyPr/>
        <a:lstStyle/>
        <a:p>
          <a:endParaRPr lang="en-IN"/>
        </a:p>
      </dgm:t>
    </dgm:pt>
    <dgm:pt modelId="{533C641C-7E04-4CA3-9D22-8B87D1FAA7B1}" type="sibTrans" cxnId="{46620EFB-6E75-4922-A09B-AD506B3A2EF3}">
      <dgm:prSet/>
      <dgm:spPr/>
      <dgm:t>
        <a:bodyPr/>
        <a:lstStyle/>
        <a:p>
          <a:endParaRPr lang="en-IN"/>
        </a:p>
      </dgm:t>
    </dgm:pt>
    <dgm:pt modelId="{34302FC2-9824-42E8-A1B6-21F0D4F4E9C9}">
      <dgm:prSet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Testing</a:t>
          </a:r>
          <a:endParaRPr lang="en-IN" dirty="0"/>
        </a:p>
      </dgm:t>
    </dgm:pt>
    <dgm:pt modelId="{F270F575-F6AC-4CAD-9AEB-D0AB904A3FD0}" type="parTrans" cxnId="{C06FB520-D19F-46B1-9641-8D022E7BFA6C}">
      <dgm:prSet/>
      <dgm:spPr/>
      <dgm:t>
        <a:bodyPr/>
        <a:lstStyle/>
        <a:p>
          <a:endParaRPr lang="en-IN"/>
        </a:p>
      </dgm:t>
    </dgm:pt>
    <dgm:pt modelId="{8C17E387-FB76-4D90-A926-AD69FA72CF7C}" type="sibTrans" cxnId="{C06FB520-D19F-46B1-9641-8D022E7BFA6C}">
      <dgm:prSet/>
      <dgm:spPr/>
      <dgm:t>
        <a:bodyPr/>
        <a:lstStyle/>
        <a:p>
          <a:endParaRPr lang="en-IN"/>
        </a:p>
      </dgm:t>
    </dgm:pt>
    <dgm:pt modelId="{1AFF4EBD-F4BE-429B-B9C8-227A8A9B85F7}">
      <dgm:prSet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Project management</a:t>
          </a:r>
          <a:endParaRPr lang="en-IN" dirty="0"/>
        </a:p>
      </dgm:t>
    </dgm:pt>
    <dgm:pt modelId="{CECB25C9-F15B-4B82-AEC2-45F04BE0591C}" type="parTrans" cxnId="{6E85EF58-4037-4089-98D7-B6325F1DDD3B}">
      <dgm:prSet/>
      <dgm:spPr/>
      <dgm:t>
        <a:bodyPr/>
        <a:lstStyle/>
        <a:p>
          <a:endParaRPr lang="en-IN"/>
        </a:p>
      </dgm:t>
    </dgm:pt>
    <dgm:pt modelId="{4C3F11A3-E120-4624-A141-23C7A17D5175}" type="sibTrans" cxnId="{6E85EF58-4037-4089-98D7-B6325F1DDD3B}">
      <dgm:prSet/>
      <dgm:spPr/>
      <dgm:t>
        <a:bodyPr/>
        <a:lstStyle/>
        <a:p>
          <a:endParaRPr lang="en-IN"/>
        </a:p>
      </dgm:t>
    </dgm:pt>
    <dgm:pt modelId="{E773790B-152D-4D0D-B54A-9B500FAAF76D}">
      <dgm:prSet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Project resources</a:t>
          </a:r>
          <a:endParaRPr lang="en-IN" dirty="0"/>
        </a:p>
      </dgm:t>
    </dgm:pt>
    <dgm:pt modelId="{8B8DFA80-AC1E-4F5E-B460-EDF0523389CA}" type="parTrans" cxnId="{669781A3-0FD8-4097-9970-362D8E17B006}">
      <dgm:prSet/>
      <dgm:spPr/>
      <dgm:t>
        <a:bodyPr/>
        <a:lstStyle/>
        <a:p>
          <a:endParaRPr lang="en-IN"/>
        </a:p>
      </dgm:t>
    </dgm:pt>
    <dgm:pt modelId="{BEA8BDF4-EF50-47A0-AADB-58B870233AD2}" type="sibTrans" cxnId="{669781A3-0FD8-4097-9970-362D8E17B006}">
      <dgm:prSet/>
      <dgm:spPr/>
      <dgm:t>
        <a:bodyPr/>
        <a:lstStyle/>
        <a:p>
          <a:endParaRPr lang="en-IN"/>
        </a:p>
      </dgm:t>
    </dgm:pt>
    <dgm:pt modelId="{7B509BD0-5080-4D68-B550-68191C1094F2}">
      <dgm:prSet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Communication</a:t>
          </a:r>
          <a:endParaRPr lang="en-IN" dirty="0"/>
        </a:p>
      </dgm:t>
    </dgm:pt>
    <dgm:pt modelId="{1D40B5E6-4899-4202-BDBF-7E10BD7DA31D}" type="parTrans" cxnId="{349A5A8C-264C-4CED-A38D-16B35B3650F1}">
      <dgm:prSet/>
      <dgm:spPr/>
      <dgm:t>
        <a:bodyPr/>
        <a:lstStyle/>
        <a:p>
          <a:endParaRPr lang="en-IN"/>
        </a:p>
      </dgm:t>
    </dgm:pt>
    <dgm:pt modelId="{BF34CDFA-0142-414D-A082-4D986B3AA63C}" type="sibTrans" cxnId="{349A5A8C-264C-4CED-A38D-16B35B3650F1}">
      <dgm:prSet/>
      <dgm:spPr/>
      <dgm:t>
        <a:bodyPr/>
        <a:lstStyle/>
        <a:p>
          <a:endParaRPr lang="en-IN"/>
        </a:p>
      </dgm:t>
    </dgm:pt>
    <dgm:pt modelId="{5029759A-5030-42EC-9B67-111CD88FB273}">
      <dgm:prSet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Interdependencies</a:t>
          </a:r>
          <a:endParaRPr lang="en-IN" dirty="0"/>
        </a:p>
      </dgm:t>
    </dgm:pt>
    <dgm:pt modelId="{D8C7B09B-14F3-420B-BD1C-2B0375B0DCB9}" type="parTrans" cxnId="{D942E50A-DC20-4F1B-A7EE-60F9FFF9D854}">
      <dgm:prSet/>
      <dgm:spPr/>
      <dgm:t>
        <a:bodyPr/>
        <a:lstStyle/>
        <a:p>
          <a:endParaRPr lang="en-IN"/>
        </a:p>
      </dgm:t>
    </dgm:pt>
    <dgm:pt modelId="{58B0BA2E-1278-4E32-8A17-356A0A5C4824}" type="sibTrans" cxnId="{D942E50A-DC20-4F1B-A7EE-60F9FFF9D854}">
      <dgm:prSet/>
      <dgm:spPr/>
      <dgm:t>
        <a:bodyPr/>
        <a:lstStyle/>
        <a:p>
          <a:endParaRPr lang="en-IN"/>
        </a:p>
      </dgm:t>
    </dgm:pt>
    <dgm:pt modelId="{1774AFC3-E76F-4FC8-8F78-CFA4A4D43990}">
      <dgm:prSet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Culture</a:t>
          </a:r>
          <a:endParaRPr lang="en-IN" dirty="0"/>
        </a:p>
      </dgm:t>
    </dgm:pt>
    <dgm:pt modelId="{F9840366-57F2-44AC-8B76-A001DA1B248A}" type="parTrans" cxnId="{18E9EFCA-BD76-4F65-A06E-820CBCBA983C}">
      <dgm:prSet/>
      <dgm:spPr/>
      <dgm:t>
        <a:bodyPr/>
        <a:lstStyle/>
        <a:p>
          <a:endParaRPr lang="en-IN"/>
        </a:p>
      </dgm:t>
    </dgm:pt>
    <dgm:pt modelId="{C1D03E09-33AF-4AD0-AB52-36A146FE6F39}" type="sibTrans" cxnId="{18E9EFCA-BD76-4F65-A06E-820CBCBA983C}">
      <dgm:prSet/>
      <dgm:spPr/>
      <dgm:t>
        <a:bodyPr/>
        <a:lstStyle/>
        <a:p>
          <a:endParaRPr lang="en-IN"/>
        </a:p>
      </dgm:t>
    </dgm:pt>
    <dgm:pt modelId="{2B44C3BA-FEFA-4021-8F1D-9FDFCB5CA3C6}">
      <dgm:prSet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Sponsorship</a:t>
          </a:r>
          <a:endParaRPr lang="en-IN" dirty="0"/>
        </a:p>
      </dgm:t>
    </dgm:pt>
    <dgm:pt modelId="{C81738FB-853F-4BD2-AB41-3AB00FD50933}" type="parTrans" cxnId="{F772C7AB-B473-4BE1-9756-D267720C038B}">
      <dgm:prSet/>
      <dgm:spPr/>
      <dgm:t>
        <a:bodyPr/>
        <a:lstStyle/>
        <a:p>
          <a:endParaRPr lang="en-IN"/>
        </a:p>
      </dgm:t>
    </dgm:pt>
    <dgm:pt modelId="{E39A0D45-9350-42A4-BA85-9AA4C882ACC6}" type="sibTrans" cxnId="{F772C7AB-B473-4BE1-9756-D267720C038B}">
      <dgm:prSet/>
      <dgm:spPr/>
      <dgm:t>
        <a:bodyPr/>
        <a:lstStyle/>
        <a:p>
          <a:endParaRPr lang="en-IN"/>
        </a:p>
      </dgm:t>
    </dgm:pt>
    <dgm:pt modelId="{D1854EC7-58CC-4F2B-B849-0CD9C006D5A9}">
      <dgm:prSet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Business processes</a:t>
          </a:r>
          <a:endParaRPr lang="en-IN" dirty="0"/>
        </a:p>
      </dgm:t>
    </dgm:pt>
    <dgm:pt modelId="{FBD64277-ED42-4936-B46C-8358AE08A8CE}" type="parTrans" cxnId="{1768A305-2F5A-4B70-9E56-1CA0F65AEF2B}">
      <dgm:prSet/>
      <dgm:spPr/>
      <dgm:t>
        <a:bodyPr/>
        <a:lstStyle/>
        <a:p>
          <a:endParaRPr lang="en-IN"/>
        </a:p>
      </dgm:t>
    </dgm:pt>
    <dgm:pt modelId="{C74D25E3-3EA5-4519-B5C1-E913C68BB0F1}" type="sibTrans" cxnId="{1768A305-2F5A-4B70-9E56-1CA0F65AEF2B}">
      <dgm:prSet/>
      <dgm:spPr/>
      <dgm:t>
        <a:bodyPr/>
        <a:lstStyle/>
        <a:p>
          <a:endParaRPr lang="en-IN"/>
        </a:p>
      </dgm:t>
    </dgm:pt>
    <dgm:pt modelId="{D7B9B5A6-C17D-4798-8395-218A6944E945}">
      <dgm:prSet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Acceptance</a:t>
          </a:r>
          <a:endParaRPr lang="en-IN" dirty="0"/>
        </a:p>
      </dgm:t>
    </dgm:pt>
    <dgm:pt modelId="{DBBF168E-6A68-499B-A1F8-9D5921351BD4}" type="parTrans" cxnId="{ABF177D2-8200-48D9-8B1F-3E8A3A29F147}">
      <dgm:prSet/>
      <dgm:spPr/>
      <dgm:t>
        <a:bodyPr/>
        <a:lstStyle/>
        <a:p>
          <a:endParaRPr lang="en-IN"/>
        </a:p>
      </dgm:t>
    </dgm:pt>
    <dgm:pt modelId="{2AC4A99F-4504-4426-BB25-96050D3D5FF8}" type="sibTrans" cxnId="{ABF177D2-8200-48D9-8B1F-3E8A3A29F147}">
      <dgm:prSet/>
      <dgm:spPr/>
      <dgm:t>
        <a:bodyPr/>
        <a:lstStyle/>
        <a:p>
          <a:endParaRPr lang="en-IN"/>
        </a:p>
      </dgm:t>
    </dgm:pt>
    <dgm:pt modelId="{72C8B9E6-81C0-4FE8-B49F-8CC54D6E822D}">
      <dgm:prSet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Support</a:t>
          </a:r>
          <a:endParaRPr lang="en-IN" dirty="0"/>
        </a:p>
      </dgm:t>
    </dgm:pt>
    <dgm:pt modelId="{8FA67B69-F923-4CA3-AE5A-B8C60817D7C7}" type="parTrans" cxnId="{E174CFA7-D2A6-43F1-9D22-1FE1FE4590F4}">
      <dgm:prSet/>
      <dgm:spPr/>
      <dgm:t>
        <a:bodyPr/>
        <a:lstStyle/>
        <a:p>
          <a:endParaRPr lang="en-IN"/>
        </a:p>
      </dgm:t>
    </dgm:pt>
    <dgm:pt modelId="{3502F14A-3270-4DEA-AEC9-A898980104CC}" type="sibTrans" cxnId="{E174CFA7-D2A6-43F1-9D22-1FE1FE4590F4}">
      <dgm:prSet/>
      <dgm:spPr/>
      <dgm:t>
        <a:bodyPr/>
        <a:lstStyle/>
        <a:p>
          <a:endParaRPr lang="en-IN"/>
        </a:p>
      </dgm:t>
    </dgm:pt>
    <dgm:pt modelId="{D63570F5-BBDC-45EF-B333-E59FDC363B95}">
      <dgm:prSet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General contract</a:t>
          </a:r>
          <a:endParaRPr lang="en-IN" dirty="0"/>
        </a:p>
      </dgm:t>
    </dgm:pt>
    <dgm:pt modelId="{62AEEDF7-2153-40AC-B0AA-40866DA36D84}" type="parTrans" cxnId="{60BC64C0-3A19-4546-84A0-5D9B29EBE362}">
      <dgm:prSet/>
      <dgm:spPr/>
      <dgm:t>
        <a:bodyPr/>
        <a:lstStyle/>
        <a:p>
          <a:endParaRPr lang="en-IN"/>
        </a:p>
      </dgm:t>
    </dgm:pt>
    <dgm:pt modelId="{F45EE109-26C5-462A-B67E-F4FCDF515CC2}" type="sibTrans" cxnId="{60BC64C0-3A19-4546-84A0-5D9B29EBE362}">
      <dgm:prSet/>
      <dgm:spPr/>
      <dgm:t>
        <a:bodyPr/>
        <a:lstStyle/>
        <a:p>
          <a:endParaRPr lang="en-IN"/>
        </a:p>
      </dgm:t>
    </dgm:pt>
    <dgm:pt modelId="{6D097FC8-502C-478A-ACDD-B775044C18AA}">
      <dgm:prSet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Financing</a:t>
          </a:r>
          <a:endParaRPr lang="en-IN" dirty="0"/>
        </a:p>
      </dgm:t>
    </dgm:pt>
    <dgm:pt modelId="{666D2FAB-6805-4069-A0DA-4EAFC69D67B4}" type="parTrans" cxnId="{E5FC0C62-F727-469C-8F10-8CAA63F1A84A}">
      <dgm:prSet/>
      <dgm:spPr/>
      <dgm:t>
        <a:bodyPr/>
        <a:lstStyle/>
        <a:p>
          <a:endParaRPr lang="en-IN"/>
        </a:p>
      </dgm:t>
    </dgm:pt>
    <dgm:pt modelId="{D2E50786-D135-481F-AB98-01286DCA5675}" type="sibTrans" cxnId="{E5FC0C62-F727-469C-8F10-8CAA63F1A84A}">
      <dgm:prSet/>
      <dgm:spPr/>
      <dgm:t>
        <a:bodyPr/>
        <a:lstStyle/>
        <a:p>
          <a:endParaRPr lang="en-IN"/>
        </a:p>
      </dgm:t>
    </dgm:pt>
    <dgm:pt modelId="{3835EA40-22FA-4800-B9E8-230063A8F9C4}">
      <dgm:prSet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Vendor Stability</a:t>
          </a:r>
          <a:endParaRPr lang="en-IN" dirty="0"/>
        </a:p>
      </dgm:t>
    </dgm:pt>
    <dgm:pt modelId="{1CB4CB89-1A0F-4096-81D2-7BD4C878239A}" type="parTrans" cxnId="{4ED3D4AC-4A35-425F-A03E-6F7BB479246A}">
      <dgm:prSet/>
      <dgm:spPr/>
      <dgm:t>
        <a:bodyPr/>
        <a:lstStyle/>
        <a:p>
          <a:endParaRPr lang="en-IN"/>
        </a:p>
      </dgm:t>
    </dgm:pt>
    <dgm:pt modelId="{99AE8C48-E210-4560-9A9C-572DD4382DAE}" type="sibTrans" cxnId="{4ED3D4AC-4A35-425F-A03E-6F7BB479246A}">
      <dgm:prSet/>
      <dgm:spPr/>
      <dgm:t>
        <a:bodyPr/>
        <a:lstStyle/>
        <a:p>
          <a:endParaRPr lang="en-IN"/>
        </a:p>
      </dgm:t>
    </dgm:pt>
    <dgm:pt modelId="{D80524BF-67AD-44BF-95C7-1732F8C8646B}">
      <dgm:prSet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Subcontracts</a:t>
          </a:r>
          <a:endParaRPr lang="en-IN" dirty="0"/>
        </a:p>
      </dgm:t>
    </dgm:pt>
    <dgm:pt modelId="{C905490E-4E5E-4E17-ADCB-85C0DAB4D4EC}" type="parTrans" cxnId="{4F059E59-3C60-4529-8833-A790AD963DD2}">
      <dgm:prSet/>
      <dgm:spPr/>
      <dgm:t>
        <a:bodyPr/>
        <a:lstStyle/>
        <a:p>
          <a:endParaRPr lang="en-IN"/>
        </a:p>
      </dgm:t>
    </dgm:pt>
    <dgm:pt modelId="{1FEFB35E-35CB-45DE-8F71-E65B0DDE6730}" type="sibTrans" cxnId="{4F059E59-3C60-4529-8833-A790AD963DD2}">
      <dgm:prSet/>
      <dgm:spPr/>
      <dgm:t>
        <a:bodyPr/>
        <a:lstStyle/>
        <a:p>
          <a:endParaRPr lang="en-IN"/>
        </a:p>
      </dgm:t>
    </dgm:pt>
    <dgm:pt modelId="{4C689967-4C3E-453F-9058-45EE6DDA769E}">
      <dgm:prSet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Legal</a:t>
          </a:r>
          <a:endParaRPr lang="en-IN" dirty="0"/>
        </a:p>
      </dgm:t>
    </dgm:pt>
    <dgm:pt modelId="{B7228CD7-00FE-4D84-A3A2-B6B511408F4F}" type="parTrans" cxnId="{A14608E4-4AC1-4CA8-B371-5A9CBBD41CF8}">
      <dgm:prSet/>
      <dgm:spPr/>
      <dgm:t>
        <a:bodyPr/>
        <a:lstStyle/>
        <a:p>
          <a:endParaRPr lang="en-IN"/>
        </a:p>
      </dgm:t>
    </dgm:pt>
    <dgm:pt modelId="{C3103676-A33B-4DFE-9C68-897A4F7CAB9C}" type="sibTrans" cxnId="{A14608E4-4AC1-4CA8-B371-5A9CBBD41CF8}">
      <dgm:prSet/>
      <dgm:spPr/>
      <dgm:t>
        <a:bodyPr/>
        <a:lstStyle/>
        <a:p>
          <a:endParaRPr lang="en-IN"/>
        </a:p>
      </dgm:t>
    </dgm:pt>
    <dgm:pt modelId="{1B13F292-F105-4A47-8C76-07F52B481226}">
      <dgm:prSet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Contractor experience</a:t>
          </a:r>
          <a:endParaRPr lang="en-IN" dirty="0"/>
        </a:p>
      </dgm:t>
    </dgm:pt>
    <dgm:pt modelId="{F3C26EFC-08DF-43F1-9439-58C355130C55}" type="parTrans" cxnId="{1CCEC8D2-BC71-4148-82A5-14A4E5FA9385}">
      <dgm:prSet/>
      <dgm:spPr/>
      <dgm:t>
        <a:bodyPr/>
        <a:lstStyle/>
        <a:p>
          <a:endParaRPr lang="en-IN"/>
        </a:p>
      </dgm:t>
    </dgm:pt>
    <dgm:pt modelId="{3CBB5B30-C347-4FC0-9EDE-4FF8DFBE961A}" type="sibTrans" cxnId="{1CCEC8D2-BC71-4148-82A5-14A4E5FA9385}">
      <dgm:prSet/>
      <dgm:spPr/>
      <dgm:t>
        <a:bodyPr/>
        <a:lstStyle/>
        <a:p>
          <a:endParaRPr lang="en-IN"/>
        </a:p>
      </dgm:t>
    </dgm:pt>
    <dgm:pt modelId="{ADA27087-BE02-4E1D-82A0-4D54CC61EF3F}">
      <dgm:prSet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Legislative</a:t>
          </a:r>
          <a:endParaRPr lang="en-IN" dirty="0"/>
        </a:p>
      </dgm:t>
    </dgm:pt>
    <dgm:pt modelId="{85F8D66A-9B82-4BF2-95C5-17DD19B4CF56}" type="parTrans" cxnId="{CD5F8CAA-2C51-4E99-A96E-F1C663446874}">
      <dgm:prSet/>
      <dgm:spPr/>
      <dgm:t>
        <a:bodyPr/>
        <a:lstStyle/>
        <a:p>
          <a:endParaRPr lang="en-IN"/>
        </a:p>
      </dgm:t>
    </dgm:pt>
    <dgm:pt modelId="{3703C291-193A-497B-A337-C3C4EB2F3AC5}" type="sibTrans" cxnId="{CD5F8CAA-2C51-4E99-A96E-F1C663446874}">
      <dgm:prSet/>
      <dgm:spPr/>
      <dgm:t>
        <a:bodyPr/>
        <a:lstStyle/>
        <a:p>
          <a:endParaRPr lang="en-IN"/>
        </a:p>
      </dgm:t>
    </dgm:pt>
    <dgm:pt modelId="{5711F907-51C4-4C58-9AD0-AE02996BD2A4}">
      <dgm:prSet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Regulatory</a:t>
          </a:r>
          <a:endParaRPr lang="en-IN" dirty="0"/>
        </a:p>
      </dgm:t>
    </dgm:pt>
    <dgm:pt modelId="{0DB95B40-3DC5-4285-8BE8-50951ECB5093}" type="parTrans" cxnId="{F13D40DA-1BA6-4CF5-9AB3-0D8D9C26F872}">
      <dgm:prSet/>
      <dgm:spPr/>
      <dgm:t>
        <a:bodyPr/>
        <a:lstStyle/>
        <a:p>
          <a:endParaRPr lang="en-IN"/>
        </a:p>
      </dgm:t>
    </dgm:pt>
    <dgm:pt modelId="{EC6958B7-82D1-4950-86E5-A6EA892950F5}" type="sibTrans" cxnId="{F13D40DA-1BA6-4CF5-9AB3-0D8D9C26F872}">
      <dgm:prSet/>
      <dgm:spPr/>
      <dgm:t>
        <a:bodyPr/>
        <a:lstStyle/>
        <a:p>
          <a:endParaRPr lang="en-IN"/>
        </a:p>
      </dgm:t>
    </dgm:pt>
    <dgm:pt modelId="{89049289-EA3B-4231-8E40-72FA1C02E12B}">
      <dgm:prSet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Political</a:t>
          </a:r>
          <a:endParaRPr lang="en-IN" dirty="0"/>
        </a:p>
      </dgm:t>
    </dgm:pt>
    <dgm:pt modelId="{11BED42E-7FAE-419D-8B9A-A87484ADC441}" type="parTrans" cxnId="{0FE2E555-A373-479E-89C8-33DA9D0E82D0}">
      <dgm:prSet/>
      <dgm:spPr/>
      <dgm:t>
        <a:bodyPr/>
        <a:lstStyle/>
        <a:p>
          <a:endParaRPr lang="en-IN"/>
        </a:p>
      </dgm:t>
    </dgm:pt>
    <dgm:pt modelId="{D206F7BC-B3E6-4B71-A626-E941CB22EFED}" type="sibTrans" cxnId="{0FE2E555-A373-479E-89C8-33DA9D0E82D0}">
      <dgm:prSet/>
      <dgm:spPr/>
      <dgm:t>
        <a:bodyPr/>
        <a:lstStyle/>
        <a:p>
          <a:endParaRPr lang="en-IN"/>
        </a:p>
      </dgm:t>
    </dgm:pt>
    <dgm:pt modelId="{14E34C35-E503-4A88-95EF-A90CD69F0A8A}">
      <dgm:prSet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Pressure from outside groups</a:t>
          </a:r>
          <a:endParaRPr lang="en-IN" dirty="0"/>
        </a:p>
      </dgm:t>
    </dgm:pt>
    <dgm:pt modelId="{3F82942E-8DCA-42F9-9EB6-D4B7562E215A}" type="parTrans" cxnId="{AC68C9E4-D987-4E05-AF92-F4681733C798}">
      <dgm:prSet/>
      <dgm:spPr/>
      <dgm:t>
        <a:bodyPr/>
        <a:lstStyle/>
        <a:p>
          <a:endParaRPr lang="en-IN"/>
        </a:p>
      </dgm:t>
    </dgm:pt>
    <dgm:pt modelId="{9501C705-77BE-48A0-A3EF-3497FF0ED78C}" type="sibTrans" cxnId="{AC68C9E4-D987-4E05-AF92-F4681733C798}">
      <dgm:prSet/>
      <dgm:spPr/>
      <dgm:t>
        <a:bodyPr/>
        <a:lstStyle/>
        <a:p>
          <a:endParaRPr lang="en-IN"/>
        </a:p>
      </dgm:t>
    </dgm:pt>
    <dgm:pt modelId="{B7412240-2D49-479E-97BD-72D468FA95BE}">
      <dgm:prSet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Weather</a:t>
          </a:r>
          <a:endParaRPr lang="en-IN" dirty="0"/>
        </a:p>
      </dgm:t>
    </dgm:pt>
    <dgm:pt modelId="{429DDD92-B072-4D38-BF75-E05028B6343F}" type="parTrans" cxnId="{23F48E6C-A2D5-486D-BABD-E8F00E46C2F4}">
      <dgm:prSet/>
      <dgm:spPr/>
      <dgm:t>
        <a:bodyPr/>
        <a:lstStyle/>
        <a:p>
          <a:endParaRPr lang="en-IN"/>
        </a:p>
      </dgm:t>
    </dgm:pt>
    <dgm:pt modelId="{3B21B5D6-AD04-4237-87D3-A168DA6EA4F3}" type="sibTrans" cxnId="{23F48E6C-A2D5-486D-BABD-E8F00E46C2F4}">
      <dgm:prSet/>
      <dgm:spPr/>
      <dgm:t>
        <a:bodyPr/>
        <a:lstStyle/>
        <a:p>
          <a:endParaRPr lang="en-IN"/>
        </a:p>
      </dgm:t>
    </dgm:pt>
    <dgm:pt modelId="{14929367-BE40-472B-B1C2-37BFD44FDA25}">
      <dgm:prSet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Unforeseeable circumstances</a:t>
          </a:r>
          <a:endParaRPr lang="en-IN" dirty="0"/>
        </a:p>
      </dgm:t>
    </dgm:pt>
    <dgm:pt modelId="{708085ED-D99B-4288-A7B6-AD0540B1E869}" type="parTrans" cxnId="{D0A048CC-7543-4E9C-84C9-AB45CEFFD8BB}">
      <dgm:prSet/>
      <dgm:spPr/>
      <dgm:t>
        <a:bodyPr/>
        <a:lstStyle/>
        <a:p>
          <a:endParaRPr lang="en-IN"/>
        </a:p>
      </dgm:t>
    </dgm:pt>
    <dgm:pt modelId="{7EAACC7A-8A97-43C0-A152-45FFB50A63AD}" type="sibTrans" cxnId="{D0A048CC-7543-4E9C-84C9-AB45CEFFD8BB}">
      <dgm:prSet/>
      <dgm:spPr/>
      <dgm:t>
        <a:bodyPr/>
        <a:lstStyle/>
        <a:p>
          <a:endParaRPr lang="en-IN"/>
        </a:p>
      </dgm:t>
    </dgm:pt>
    <dgm:pt modelId="{42ECC800-60F3-4D5C-86D2-6F2CA6EA9993}" type="pres">
      <dgm:prSet presAssocID="{A76A1E39-402C-4F8E-B820-00FA17255D52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B852CADE-69E5-4C51-8933-70A179696DE7}" type="pres">
      <dgm:prSet presAssocID="{DFBFBEDA-BB7F-4D28-87EA-D69C3EFF5E6D}" presName="hierRoot1" presStyleCnt="0">
        <dgm:presLayoutVars>
          <dgm:hierBranch val="init"/>
        </dgm:presLayoutVars>
      </dgm:prSet>
      <dgm:spPr/>
    </dgm:pt>
    <dgm:pt modelId="{4B8AA1C2-A45C-48FB-9176-2836E4B653C2}" type="pres">
      <dgm:prSet presAssocID="{DFBFBEDA-BB7F-4D28-87EA-D69C3EFF5E6D}" presName="rootComposite1" presStyleCnt="0"/>
      <dgm:spPr/>
    </dgm:pt>
    <dgm:pt modelId="{224E8EB8-695A-4165-8D26-67BD1BCC2DEF}" type="pres">
      <dgm:prSet presAssocID="{DFBFBEDA-BB7F-4D28-87EA-D69C3EFF5E6D}" presName="rootText1" presStyleLbl="node0" presStyleIdx="0" presStyleCnt="1">
        <dgm:presLayoutVars>
          <dgm:chPref val="3"/>
        </dgm:presLayoutVars>
      </dgm:prSet>
      <dgm:spPr>
        <a:prstGeom prst="roundRect">
          <a:avLst/>
        </a:prstGeom>
      </dgm:spPr>
    </dgm:pt>
    <dgm:pt modelId="{E4A26F82-D785-4CD5-B53D-A3130B3795DA}" type="pres">
      <dgm:prSet presAssocID="{DFBFBEDA-BB7F-4D28-87EA-D69C3EFF5E6D}" presName="rootConnector1" presStyleLbl="node1" presStyleIdx="0" presStyleCnt="0"/>
      <dgm:spPr/>
    </dgm:pt>
    <dgm:pt modelId="{4A2487FE-BCB3-4CE8-BE91-3D9699FFB6FB}" type="pres">
      <dgm:prSet presAssocID="{DFBFBEDA-BB7F-4D28-87EA-D69C3EFF5E6D}" presName="hierChild2" presStyleCnt="0"/>
      <dgm:spPr/>
    </dgm:pt>
    <dgm:pt modelId="{9A04F7AE-07E2-4F50-B999-3624BA7F1A1C}" type="pres">
      <dgm:prSet presAssocID="{29881426-7F74-46DA-8429-8F9EB96BA7E4}" presName="Name37" presStyleLbl="parChTrans1D2" presStyleIdx="0" presStyleCnt="6"/>
      <dgm:spPr/>
    </dgm:pt>
    <dgm:pt modelId="{6B96D0D3-5AD6-4AFD-9BAA-75BC7B393CF0}" type="pres">
      <dgm:prSet presAssocID="{EDB134EF-DE7A-48C9-95A1-EEF981E68462}" presName="hierRoot2" presStyleCnt="0">
        <dgm:presLayoutVars>
          <dgm:hierBranch val="init"/>
        </dgm:presLayoutVars>
      </dgm:prSet>
      <dgm:spPr/>
    </dgm:pt>
    <dgm:pt modelId="{0A8BDF16-217D-48A2-9F77-C2570DE4B375}" type="pres">
      <dgm:prSet presAssocID="{EDB134EF-DE7A-48C9-95A1-EEF981E68462}" presName="rootComposite" presStyleCnt="0"/>
      <dgm:spPr/>
    </dgm:pt>
    <dgm:pt modelId="{4C9B8C19-D51F-4519-9461-DD8651FB6DD7}" type="pres">
      <dgm:prSet presAssocID="{EDB134EF-DE7A-48C9-95A1-EEF981E68462}" presName="rootText" presStyleLbl="node2" presStyleIdx="0" presStyleCnt="6" custLinFactX="-100000" custLinFactNeighborX="-178470">
        <dgm:presLayoutVars>
          <dgm:chPref val="3"/>
        </dgm:presLayoutVars>
      </dgm:prSet>
      <dgm:spPr>
        <a:prstGeom prst="roundRect">
          <a:avLst/>
        </a:prstGeom>
      </dgm:spPr>
    </dgm:pt>
    <dgm:pt modelId="{23DC4F1E-7705-42BD-AB28-1E3040E05B1C}" type="pres">
      <dgm:prSet presAssocID="{EDB134EF-DE7A-48C9-95A1-EEF981E68462}" presName="rootConnector" presStyleLbl="node2" presStyleIdx="0" presStyleCnt="6"/>
      <dgm:spPr/>
    </dgm:pt>
    <dgm:pt modelId="{63123C08-7CD2-4700-8D76-B189DB4CF462}" type="pres">
      <dgm:prSet presAssocID="{EDB134EF-DE7A-48C9-95A1-EEF981E68462}" presName="hierChild4" presStyleCnt="0"/>
      <dgm:spPr/>
    </dgm:pt>
    <dgm:pt modelId="{5B42807C-C0C4-4A11-94AB-5C0066D44507}" type="pres">
      <dgm:prSet presAssocID="{F6921FD5-10F7-4A55-993B-45196B8D4A05}" presName="Name37" presStyleLbl="parChTrans1D3" presStyleIdx="0" presStyleCnt="35"/>
      <dgm:spPr/>
    </dgm:pt>
    <dgm:pt modelId="{620035B4-4E0B-4B98-985E-F8B3C63742A4}" type="pres">
      <dgm:prSet presAssocID="{1C98FAB3-79B9-49C7-A349-7705440E6C1B}" presName="hierRoot2" presStyleCnt="0">
        <dgm:presLayoutVars>
          <dgm:hierBranch val="init"/>
        </dgm:presLayoutVars>
      </dgm:prSet>
      <dgm:spPr/>
    </dgm:pt>
    <dgm:pt modelId="{55E452AE-9C92-4225-9B05-2AAA5E788561}" type="pres">
      <dgm:prSet presAssocID="{1C98FAB3-79B9-49C7-A349-7705440E6C1B}" presName="rootComposite" presStyleCnt="0"/>
      <dgm:spPr/>
    </dgm:pt>
    <dgm:pt modelId="{707A7EAF-7024-4186-9ABA-AA7D74CB8367}" type="pres">
      <dgm:prSet presAssocID="{1C98FAB3-79B9-49C7-A349-7705440E6C1B}" presName="rootText" presStyleLbl="node3" presStyleIdx="0" presStyleCnt="35" custLinFactX="-100000" custLinFactNeighborX="-128417" custLinFactNeighborY="13245">
        <dgm:presLayoutVars>
          <dgm:chPref val="3"/>
        </dgm:presLayoutVars>
      </dgm:prSet>
      <dgm:spPr/>
    </dgm:pt>
    <dgm:pt modelId="{FA82EA40-F47B-4E08-8CBB-84447E4B6126}" type="pres">
      <dgm:prSet presAssocID="{1C98FAB3-79B9-49C7-A349-7705440E6C1B}" presName="rootConnector" presStyleLbl="node3" presStyleIdx="0" presStyleCnt="35"/>
      <dgm:spPr/>
    </dgm:pt>
    <dgm:pt modelId="{3FD7E2DC-F42C-40B7-9C8B-78894D83A181}" type="pres">
      <dgm:prSet presAssocID="{1C98FAB3-79B9-49C7-A349-7705440E6C1B}" presName="hierChild4" presStyleCnt="0"/>
      <dgm:spPr/>
    </dgm:pt>
    <dgm:pt modelId="{8D99CE49-79A8-495A-B724-87ECCC4D9A78}" type="pres">
      <dgm:prSet presAssocID="{1C98FAB3-79B9-49C7-A349-7705440E6C1B}" presName="hierChild5" presStyleCnt="0"/>
      <dgm:spPr/>
    </dgm:pt>
    <dgm:pt modelId="{7433EBE2-3E6A-46C5-9CD6-494C8A327E0E}" type="pres">
      <dgm:prSet presAssocID="{B7A56C4F-5760-4318-9614-B70CC8421673}" presName="Name37" presStyleLbl="parChTrans1D3" presStyleIdx="1" presStyleCnt="35"/>
      <dgm:spPr/>
    </dgm:pt>
    <dgm:pt modelId="{57DB33EA-0340-48CA-9C62-28A50A4E194F}" type="pres">
      <dgm:prSet presAssocID="{4464DE45-F1E5-4F3A-BC31-C87228A6BC01}" presName="hierRoot2" presStyleCnt="0">
        <dgm:presLayoutVars>
          <dgm:hierBranch val="init"/>
        </dgm:presLayoutVars>
      </dgm:prSet>
      <dgm:spPr/>
    </dgm:pt>
    <dgm:pt modelId="{30010572-52EA-4082-9220-2B2C166CB8E1}" type="pres">
      <dgm:prSet presAssocID="{4464DE45-F1E5-4F3A-BC31-C87228A6BC01}" presName="rootComposite" presStyleCnt="0"/>
      <dgm:spPr/>
    </dgm:pt>
    <dgm:pt modelId="{1DD42153-D8D1-486B-A2E1-838A09092E52}" type="pres">
      <dgm:prSet presAssocID="{4464DE45-F1E5-4F3A-BC31-C87228A6BC01}" presName="rootText" presStyleLbl="node3" presStyleIdx="1" presStyleCnt="35" custLinFactX="-100000" custLinFactNeighborX="-127308">
        <dgm:presLayoutVars>
          <dgm:chPref val="3"/>
        </dgm:presLayoutVars>
      </dgm:prSet>
      <dgm:spPr/>
    </dgm:pt>
    <dgm:pt modelId="{9DDC44A1-1FA2-49B4-A88E-A951C0EDEA4D}" type="pres">
      <dgm:prSet presAssocID="{4464DE45-F1E5-4F3A-BC31-C87228A6BC01}" presName="rootConnector" presStyleLbl="node3" presStyleIdx="1" presStyleCnt="35"/>
      <dgm:spPr/>
    </dgm:pt>
    <dgm:pt modelId="{34FA570B-02CC-4A14-BB2A-A839C1D9609D}" type="pres">
      <dgm:prSet presAssocID="{4464DE45-F1E5-4F3A-BC31-C87228A6BC01}" presName="hierChild4" presStyleCnt="0"/>
      <dgm:spPr/>
    </dgm:pt>
    <dgm:pt modelId="{7F317546-3943-4A20-B99B-40DF479E4FB0}" type="pres">
      <dgm:prSet presAssocID="{4464DE45-F1E5-4F3A-BC31-C87228A6BC01}" presName="hierChild5" presStyleCnt="0"/>
      <dgm:spPr/>
    </dgm:pt>
    <dgm:pt modelId="{3E59B2E4-96DF-4E06-B21D-876AD97BBB12}" type="pres">
      <dgm:prSet presAssocID="{C7D95A86-E501-474F-9632-8C8706AB982A}" presName="Name37" presStyleLbl="parChTrans1D3" presStyleIdx="2" presStyleCnt="35"/>
      <dgm:spPr/>
    </dgm:pt>
    <dgm:pt modelId="{9E62BC09-F986-4713-9EB5-90B74BE36E8B}" type="pres">
      <dgm:prSet presAssocID="{D6467A8F-50EA-47EC-B2B8-27B5270614E7}" presName="hierRoot2" presStyleCnt="0">
        <dgm:presLayoutVars>
          <dgm:hierBranch val="init"/>
        </dgm:presLayoutVars>
      </dgm:prSet>
      <dgm:spPr/>
    </dgm:pt>
    <dgm:pt modelId="{0E8D0764-774B-4D93-A90C-6CC50F97F769}" type="pres">
      <dgm:prSet presAssocID="{D6467A8F-50EA-47EC-B2B8-27B5270614E7}" presName="rootComposite" presStyleCnt="0"/>
      <dgm:spPr/>
    </dgm:pt>
    <dgm:pt modelId="{054D5A40-7733-46CB-86EE-E4DF84A2430F}" type="pres">
      <dgm:prSet presAssocID="{D6467A8F-50EA-47EC-B2B8-27B5270614E7}" presName="rootText" presStyleLbl="node3" presStyleIdx="2" presStyleCnt="35" custLinFactX="-100000" custLinFactNeighborX="-127308">
        <dgm:presLayoutVars>
          <dgm:chPref val="3"/>
        </dgm:presLayoutVars>
      </dgm:prSet>
      <dgm:spPr/>
    </dgm:pt>
    <dgm:pt modelId="{082C545B-C45B-4A20-85FA-6EA39764ED43}" type="pres">
      <dgm:prSet presAssocID="{D6467A8F-50EA-47EC-B2B8-27B5270614E7}" presName="rootConnector" presStyleLbl="node3" presStyleIdx="2" presStyleCnt="35"/>
      <dgm:spPr/>
    </dgm:pt>
    <dgm:pt modelId="{6F8CDF0B-91A2-4D81-8FFA-92F411BE8EDC}" type="pres">
      <dgm:prSet presAssocID="{D6467A8F-50EA-47EC-B2B8-27B5270614E7}" presName="hierChild4" presStyleCnt="0"/>
      <dgm:spPr/>
    </dgm:pt>
    <dgm:pt modelId="{6698618A-E6F1-41FE-AA9E-ADF330207227}" type="pres">
      <dgm:prSet presAssocID="{D6467A8F-50EA-47EC-B2B8-27B5270614E7}" presName="hierChild5" presStyleCnt="0"/>
      <dgm:spPr/>
    </dgm:pt>
    <dgm:pt modelId="{17E02B62-49E6-4F41-A9FC-F3828DD40C74}" type="pres">
      <dgm:prSet presAssocID="{8118CBA1-325E-4A1E-BE7C-B913D9BD7633}" presName="Name37" presStyleLbl="parChTrans1D3" presStyleIdx="3" presStyleCnt="35"/>
      <dgm:spPr/>
    </dgm:pt>
    <dgm:pt modelId="{BAB1B7A6-44EB-4248-8B89-0E6A29B426C6}" type="pres">
      <dgm:prSet presAssocID="{9D488DEF-BBB1-411E-93D3-9172A197211A}" presName="hierRoot2" presStyleCnt="0">
        <dgm:presLayoutVars>
          <dgm:hierBranch val="init"/>
        </dgm:presLayoutVars>
      </dgm:prSet>
      <dgm:spPr/>
    </dgm:pt>
    <dgm:pt modelId="{E20C83B3-C706-4341-9668-9F7899B472CE}" type="pres">
      <dgm:prSet presAssocID="{9D488DEF-BBB1-411E-93D3-9172A197211A}" presName="rootComposite" presStyleCnt="0"/>
      <dgm:spPr/>
    </dgm:pt>
    <dgm:pt modelId="{F9B8AC90-41E1-4329-B47A-5D137C076308}" type="pres">
      <dgm:prSet presAssocID="{9D488DEF-BBB1-411E-93D3-9172A197211A}" presName="rootText" presStyleLbl="node3" presStyleIdx="3" presStyleCnt="35" custLinFactX="-100000" custLinFactNeighborX="-127308">
        <dgm:presLayoutVars>
          <dgm:chPref val="3"/>
        </dgm:presLayoutVars>
      </dgm:prSet>
      <dgm:spPr/>
    </dgm:pt>
    <dgm:pt modelId="{1227A101-6C65-4DBE-B378-828FA3ECB3F7}" type="pres">
      <dgm:prSet presAssocID="{9D488DEF-BBB1-411E-93D3-9172A197211A}" presName="rootConnector" presStyleLbl="node3" presStyleIdx="3" presStyleCnt="35"/>
      <dgm:spPr/>
    </dgm:pt>
    <dgm:pt modelId="{756CE38F-1C68-48CB-B015-08679E79A6D4}" type="pres">
      <dgm:prSet presAssocID="{9D488DEF-BBB1-411E-93D3-9172A197211A}" presName="hierChild4" presStyleCnt="0"/>
      <dgm:spPr/>
    </dgm:pt>
    <dgm:pt modelId="{E78FC956-4175-4234-B58C-70F6C5797635}" type="pres">
      <dgm:prSet presAssocID="{9D488DEF-BBB1-411E-93D3-9172A197211A}" presName="hierChild5" presStyleCnt="0"/>
      <dgm:spPr/>
    </dgm:pt>
    <dgm:pt modelId="{230B777C-D32A-428C-8B54-1B8586EB5C63}" type="pres">
      <dgm:prSet presAssocID="{AF537E53-E773-4AF7-82AC-B83D2C9D4C7A}" presName="Name37" presStyleLbl="parChTrans1D3" presStyleIdx="4" presStyleCnt="35"/>
      <dgm:spPr/>
    </dgm:pt>
    <dgm:pt modelId="{07326820-EBA3-49DE-9A82-CFBBB0ABEF4B}" type="pres">
      <dgm:prSet presAssocID="{5E059F28-72A4-4317-B0F7-1AC74B7C5A8E}" presName="hierRoot2" presStyleCnt="0">
        <dgm:presLayoutVars>
          <dgm:hierBranch val="init"/>
        </dgm:presLayoutVars>
      </dgm:prSet>
      <dgm:spPr/>
    </dgm:pt>
    <dgm:pt modelId="{DCC4A173-552B-4FB5-BCDF-0CB403A59B6C}" type="pres">
      <dgm:prSet presAssocID="{5E059F28-72A4-4317-B0F7-1AC74B7C5A8E}" presName="rootComposite" presStyleCnt="0"/>
      <dgm:spPr/>
    </dgm:pt>
    <dgm:pt modelId="{FAA035CB-E806-4F3F-BBEB-58A0BB331E86}" type="pres">
      <dgm:prSet presAssocID="{5E059F28-72A4-4317-B0F7-1AC74B7C5A8E}" presName="rootText" presStyleLbl="node3" presStyleIdx="4" presStyleCnt="35" custLinFactX="-100000" custLinFactNeighborX="-127308">
        <dgm:presLayoutVars>
          <dgm:chPref val="3"/>
        </dgm:presLayoutVars>
      </dgm:prSet>
      <dgm:spPr/>
    </dgm:pt>
    <dgm:pt modelId="{CB5C3014-8C57-4E7F-AA69-74D371345290}" type="pres">
      <dgm:prSet presAssocID="{5E059F28-72A4-4317-B0F7-1AC74B7C5A8E}" presName="rootConnector" presStyleLbl="node3" presStyleIdx="4" presStyleCnt="35"/>
      <dgm:spPr/>
    </dgm:pt>
    <dgm:pt modelId="{B7E0B6AE-3F6A-420E-84B8-3444C8F083E1}" type="pres">
      <dgm:prSet presAssocID="{5E059F28-72A4-4317-B0F7-1AC74B7C5A8E}" presName="hierChild4" presStyleCnt="0"/>
      <dgm:spPr/>
    </dgm:pt>
    <dgm:pt modelId="{27791711-D097-481A-8484-B1AF76973F83}" type="pres">
      <dgm:prSet presAssocID="{5E059F28-72A4-4317-B0F7-1AC74B7C5A8E}" presName="hierChild5" presStyleCnt="0"/>
      <dgm:spPr/>
    </dgm:pt>
    <dgm:pt modelId="{7E58E09A-A31B-440F-99F9-1620AF25FC7A}" type="pres">
      <dgm:prSet presAssocID="{EDB134EF-DE7A-48C9-95A1-EEF981E68462}" presName="hierChild5" presStyleCnt="0"/>
      <dgm:spPr/>
    </dgm:pt>
    <dgm:pt modelId="{FD85392E-E761-47EB-9D8B-B1275470E130}" type="pres">
      <dgm:prSet presAssocID="{B91BC3B4-32DE-45B1-9F8D-5785A83AA841}" presName="Name37" presStyleLbl="parChTrans1D2" presStyleIdx="1" presStyleCnt="6"/>
      <dgm:spPr/>
    </dgm:pt>
    <dgm:pt modelId="{199ADBB7-5030-41F1-80BD-16740DAB572D}" type="pres">
      <dgm:prSet presAssocID="{21350C3A-AF8E-4618-BC0A-32BDB56DDAA3}" presName="hierRoot2" presStyleCnt="0">
        <dgm:presLayoutVars>
          <dgm:hierBranch val="init"/>
        </dgm:presLayoutVars>
      </dgm:prSet>
      <dgm:spPr/>
    </dgm:pt>
    <dgm:pt modelId="{36CE2C11-5DA3-4E42-897E-75F5759C3041}" type="pres">
      <dgm:prSet presAssocID="{21350C3A-AF8E-4618-BC0A-32BDB56DDAA3}" presName="rootComposite" presStyleCnt="0"/>
      <dgm:spPr/>
    </dgm:pt>
    <dgm:pt modelId="{4CDF0961-6DE3-48B7-AA28-BFD5DC75057B}" type="pres">
      <dgm:prSet presAssocID="{21350C3A-AF8E-4618-BC0A-32BDB56DDAA3}" presName="rootText" presStyleLbl="node2" presStyleIdx="1" presStyleCnt="6">
        <dgm:presLayoutVars>
          <dgm:chPref val="3"/>
        </dgm:presLayoutVars>
      </dgm:prSet>
      <dgm:spPr>
        <a:prstGeom prst="roundRect">
          <a:avLst/>
        </a:prstGeom>
      </dgm:spPr>
    </dgm:pt>
    <dgm:pt modelId="{A3D1FDF5-DE82-4E21-8A12-C402633FF4DE}" type="pres">
      <dgm:prSet presAssocID="{21350C3A-AF8E-4618-BC0A-32BDB56DDAA3}" presName="rootConnector" presStyleLbl="node2" presStyleIdx="1" presStyleCnt="6"/>
      <dgm:spPr/>
    </dgm:pt>
    <dgm:pt modelId="{6AF3827E-EC33-4A49-8169-A56E373F3C5B}" type="pres">
      <dgm:prSet presAssocID="{21350C3A-AF8E-4618-BC0A-32BDB56DDAA3}" presName="hierChild4" presStyleCnt="0"/>
      <dgm:spPr/>
    </dgm:pt>
    <dgm:pt modelId="{40EEAFE6-81A6-464D-A4B2-A86365281F2A}" type="pres">
      <dgm:prSet presAssocID="{AB9F9395-EB1B-4E7C-862B-6EBD601E17F4}" presName="Name37" presStyleLbl="parChTrans1D3" presStyleIdx="5" presStyleCnt="35"/>
      <dgm:spPr/>
    </dgm:pt>
    <dgm:pt modelId="{112BE5DD-F5D6-4022-B31E-F8487FA6215C}" type="pres">
      <dgm:prSet presAssocID="{1C6BFB63-2214-4642-8399-AA480C94CCAA}" presName="hierRoot2" presStyleCnt="0">
        <dgm:presLayoutVars>
          <dgm:hierBranch val="init"/>
        </dgm:presLayoutVars>
      </dgm:prSet>
      <dgm:spPr/>
    </dgm:pt>
    <dgm:pt modelId="{429F125B-4A83-46D7-B89C-06E2901F9505}" type="pres">
      <dgm:prSet presAssocID="{1C6BFB63-2214-4642-8399-AA480C94CCAA}" presName="rootComposite" presStyleCnt="0"/>
      <dgm:spPr/>
    </dgm:pt>
    <dgm:pt modelId="{71D3E9E4-3186-483B-ACA8-458E85F94842}" type="pres">
      <dgm:prSet presAssocID="{1C6BFB63-2214-4642-8399-AA480C94CCAA}" presName="rootText" presStyleLbl="node3" presStyleIdx="5" presStyleCnt="35">
        <dgm:presLayoutVars>
          <dgm:chPref val="3"/>
        </dgm:presLayoutVars>
      </dgm:prSet>
      <dgm:spPr/>
    </dgm:pt>
    <dgm:pt modelId="{87934A83-64AC-4EE8-90C8-DBC33AD088D5}" type="pres">
      <dgm:prSet presAssocID="{1C6BFB63-2214-4642-8399-AA480C94CCAA}" presName="rootConnector" presStyleLbl="node3" presStyleIdx="5" presStyleCnt="35"/>
      <dgm:spPr/>
    </dgm:pt>
    <dgm:pt modelId="{9E60D9C6-8884-4044-AD68-77F2E73BF91E}" type="pres">
      <dgm:prSet presAssocID="{1C6BFB63-2214-4642-8399-AA480C94CCAA}" presName="hierChild4" presStyleCnt="0"/>
      <dgm:spPr/>
    </dgm:pt>
    <dgm:pt modelId="{E9E961C0-A637-4288-B8D5-F8DF8165F82D}" type="pres">
      <dgm:prSet presAssocID="{1C6BFB63-2214-4642-8399-AA480C94CCAA}" presName="hierChild5" presStyleCnt="0"/>
      <dgm:spPr/>
    </dgm:pt>
    <dgm:pt modelId="{47754AB5-C73B-445B-AEC1-9C9208EEAFA8}" type="pres">
      <dgm:prSet presAssocID="{D70D5A55-B1F7-464F-8338-88C106218FCD}" presName="Name37" presStyleLbl="parChTrans1D3" presStyleIdx="6" presStyleCnt="35"/>
      <dgm:spPr/>
    </dgm:pt>
    <dgm:pt modelId="{DAE423DA-D8BC-4492-943D-5656E5FD9C67}" type="pres">
      <dgm:prSet presAssocID="{4E7B3C38-ED63-4A4E-A09D-8E27D69553D8}" presName="hierRoot2" presStyleCnt="0">
        <dgm:presLayoutVars>
          <dgm:hierBranch val="init"/>
        </dgm:presLayoutVars>
      </dgm:prSet>
      <dgm:spPr/>
    </dgm:pt>
    <dgm:pt modelId="{FBCC613D-5AE3-4F18-9C8D-D0E2CFD8F74B}" type="pres">
      <dgm:prSet presAssocID="{4E7B3C38-ED63-4A4E-A09D-8E27D69553D8}" presName="rootComposite" presStyleCnt="0"/>
      <dgm:spPr/>
    </dgm:pt>
    <dgm:pt modelId="{CE217152-2E37-423A-9E9D-1D02B00FD218}" type="pres">
      <dgm:prSet presAssocID="{4E7B3C38-ED63-4A4E-A09D-8E27D69553D8}" presName="rootText" presStyleLbl="node3" presStyleIdx="6" presStyleCnt="35">
        <dgm:presLayoutVars>
          <dgm:chPref val="3"/>
        </dgm:presLayoutVars>
      </dgm:prSet>
      <dgm:spPr/>
    </dgm:pt>
    <dgm:pt modelId="{0B70E41D-808A-4A71-86A9-E2D3C1644AA5}" type="pres">
      <dgm:prSet presAssocID="{4E7B3C38-ED63-4A4E-A09D-8E27D69553D8}" presName="rootConnector" presStyleLbl="node3" presStyleIdx="6" presStyleCnt="35"/>
      <dgm:spPr/>
    </dgm:pt>
    <dgm:pt modelId="{45383DB6-C9B5-4322-AC62-CEB2BDD33909}" type="pres">
      <dgm:prSet presAssocID="{4E7B3C38-ED63-4A4E-A09D-8E27D69553D8}" presName="hierChild4" presStyleCnt="0"/>
      <dgm:spPr/>
    </dgm:pt>
    <dgm:pt modelId="{60469105-8ACF-4DC9-ACCC-F9C740AC44F5}" type="pres">
      <dgm:prSet presAssocID="{4E7B3C38-ED63-4A4E-A09D-8E27D69553D8}" presName="hierChild5" presStyleCnt="0"/>
      <dgm:spPr/>
    </dgm:pt>
    <dgm:pt modelId="{27E03E5D-B0F6-44BD-A36D-6B411B10F9C3}" type="pres">
      <dgm:prSet presAssocID="{C97694E2-B33C-4A55-9EAA-6CD159FAE8AD}" presName="Name37" presStyleLbl="parChTrans1D3" presStyleIdx="7" presStyleCnt="35"/>
      <dgm:spPr/>
    </dgm:pt>
    <dgm:pt modelId="{10FCC7A2-77B4-42AE-AD24-97CF247EC0A5}" type="pres">
      <dgm:prSet presAssocID="{BBD81C86-F772-4EC8-A014-521B745702AF}" presName="hierRoot2" presStyleCnt="0">
        <dgm:presLayoutVars>
          <dgm:hierBranch val="init"/>
        </dgm:presLayoutVars>
      </dgm:prSet>
      <dgm:spPr/>
    </dgm:pt>
    <dgm:pt modelId="{330F1AAE-7E68-4FDB-B778-AD1D6A512028}" type="pres">
      <dgm:prSet presAssocID="{BBD81C86-F772-4EC8-A014-521B745702AF}" presName="rootComposite" presStyleCnt="0"/>
      <dgm:spPr/>
    </dgm:pt>
    <dgm:pt modelId="{DF95F854-B054-450C-BF36-F3B3230CD7F3}" type="pres">
      <dgm:prSet presAssocID="{BBD81C86-F772-4EC8-A014-521B745702AF}" presName="rootText" presStyleLbl="node3" presStyleIdx="7" presStyleCnt="35">
        <dgm:presLayoutVars>
          <dgm:chPref val="3"/>
        </dgm:presLayoutVars>
      </dgm:prSet>
      <dgm:spPr/>
    </dgm:pt>
    <dgm:pt modelId="{A66FD35C-8AC8-4563-B4D6-B4D6FCB6EA58}" type="pres">
      <dgm:prSet presAssocID="{BBD81C86-F772-4EC8-A014-521B745702AF}" presName="rootConnector" presStyleLbl="node3" presStyleIdx="7" presStyleCnt="35"/>
      <dgm:spPr/>
    </dgm:pt>
    <dgm:pt modelId="{D7C95D89-E252-42B1-8599-DE43257B1239}" type="pres">
      <dgm:prSet presAssocID="{BBD81C86-F772-4EC8-A014-521B745702AF}" presName="hierChild4" presStyleCnt="0"/>
      <dgm:spPr/>
    </dgm:pt>
    <dgm:pt modelId="{5C117603-9315-485A-A868-0D4C3C02A310}" type="pres">
      <dgm:prSet presAssocID="{BBD81C86-F772-4EC8-A014-521B745702AF}" presName="hierChild5" presStyleCnt="0"/>
      <dgm:spPr/>
    </dgm:pt>
    <dgm:pt modelId="{9174BD62-F397-4DFD-9B15-F1B80DA4916F}" type="pres">
      <dgm:prSet presAssocID="{37460EC9-6EFB-4507-93F2-41A65503D0D3}" presName="Name37" presStyleLbl="parChTrans1D3" presStyleIdx="8" presStyleCnt="35"/>
      <dgm:spPr/>
    </dgm:pt>
    <dgm:pt modelId="{E018D971-1C70-48FA-99FC-0E61279B5BA0}" type="pres">
      <dgm:prSet presAssocID="{1F2C85AA-D32B-4DC7-A6E8-60F3E9B7F58C}" presName="hierRoot2" presStyleCnt="0">
        <dgm:presLayoutVars>
          <dgm:hierBranch val="init"/>
        </dgm:presLayoutVars>
      </dgm:prSet>
      <dgm:spPr/>
    </dgm:pt>
    <dgm:pt modelId="{06EA3C14-F98B-48D6-9712-31C72E72A4F4}" type="pres">
      <dgm:prSet presAssocID="{1F2C85AA-D32B-4DC7-A6E8-60F3E9B7F58C}" presName="rootComposite" presStyleCnt="0"/>
      <dgm:spPr/>
    </dgm:pt>
    <dgm:pt modelId="{F5ADFBD9-CD4D-4254-BE3C-04C2F9E5C21B}" type="pres">
      <dgm:prSet presAssocID="{1F2C85AA-D32B-4DC7-A6E8-60F3E9B7F58C}" presName="rootText" presStyleLbl="node3" presStyleIdx="8" presStyleCnt="35">
        <dgm:presLayoutVars>
          <dgm:chPref val="3"/>
        </dgm:presLayoutVars>
      </dgm:prSet>
      <dgm:spPr/>
    </dgm:pt>
    <dgm:pt modelId="{CF626290-D7EE-46B0-BD31-43C10468E11C}" type="pres">
      <dgm:prSet presAssocID="{1F2C85AA-D32B-4DC7-A6E8-60F3E9B7F58C}" presName="rootConnector" presStyleLbl="node3" presStyleIdx="8" presStyleCnt="35"/>
      <dgm:spPr/>
    </dgm:pt>
    <dgm:pt modelId="{2430DA4D-51CF-4ADB-A2A4-11F563243851}" type="pres">
      <dgm:prSet presAssocID="{1F2C85AA-D32B-4DC7-A6E8-60F3E9B7F58C}" presName="hierChild4" presStyleCnt="0"/>
      <dgm:spPr/>
    </dgm:pt>
    <dgm:pt modelId="{57DE8108-CA6D-425F-9ADF-76B9D2BAE7B4}" type="pres">
      <dgm:prSet presAssocID="{1F2C85AA-D32B-4DC7-A6E8-60F3E9B7F58C}" presName="hierChild5" presStyleCnt="0"/>
      <dgm:spPr/>
    </dgm:pt>
    <dgm:pt modelId="{1B25AB58-1714-484F-8339-4AA34F0C37B9}" type="pres">
      <dgm:prSet presAssocID="{1CFE1D45-82DD-4FD0-AE78-4FF3D33AFB10}" presName="Name37" presStyleLbl="parChTrans1D3" presStyleIdx="9" presStyleCnt="35"/>
      <dgm:spPr/>
    </dgm:pt>
    <dgm:pt modelId="{62E68411-E502-404C-84F5-9EB8F11686F4}" type="pres">
      <dgm:prSet presAssocID="{368F398C-E0CE-4E22-ADEA-F0DE5F2EAC92}" presName="hierRoot2" presStyleCnt="0">
        <dgm:presLayoutVars>
          <dgm:hierBranch val="init"/>
        </dgm:presLayoutVars>
      </dgm:prSet>
      <dgm:spPr/>
    </dgm:pt>
    <dgm:pt modelId="{EA9FCD9F-0B75-4E4A-9C9F-7239CCB73E66}" type="pres">
      <dgm:prSet presAssocID="{368F398C-E0CE-4E22-ADEA-F0DE5F2EAC92}" presName="rootComposite" presStyleCnt="0"/>
      <dgm:spPr/>
    </dgm:pt>
    <dgm:pt modelId="{253C09E8-75DC-493D-B46E-C8399B8633AC}" type="pres">
      <dgm:prSet presAssocID="{368F398C-E0CE-4E22-ADEA-F0DE5F2EAC92}" presName="rootText" presStyleLbl="node3" presStyleIdx="9" presStyleCnt="35">
        <dgm:presLayoutVars>
          <dgm:chPref val="3"/>
        </dgm:presLayoutVars>
      </dgm:prSet>
      <dgm:spPr/>
    </dgm:pt>
    <dgm:pt modelId="{437EBA6B-54F5-49CE-9672-E70F258B8CEB}" type="pres">
      <dgm:prSet presAssocID="{368F398C-E0CE-4E22-ADEA-F0DE5F2EAC92}" presName="rootConnector" presStyleLbl="node3" presStyleIdx="9" presStyleCnt="35"/>
      <dgm:spPr/>
    </dgm:pt>
    <dgm:pt modelId="{9964E667-E878-423C-B4A3-99CCAD552442}" type="pres">
      <dgm:prSet presAssocID="{368F398C-E0CE-4E22-ADEA-F0DE5F2EAC92}" presName="hierChild4" presStyleCnt="0"/>
      <dgm:spPr/>
    </dgm:pt>
    <dgm:pt modelId="{D9B27FB9-1D27-4D8F-A48C-94456BD5F2CD}" type="pres">
      <dgm:prSet presAssocID="{368F398C-E0CE-4E22-ADEA-F0DE5F2EAC92}" presName="hierChild5" presStyleCnt="0"/>
      <dgm:spPr/>
    </dgm:pt>
    <dgm:pt modelId="{2DB5518E-519D-4B77-B513-FCA563249958}" type="pres">
      <dgm:prSet presAssocID="{37C076DB-E817-4468-B1A1-7F91ABED5139}" presName="Name37" presStyleLbl="parChTrans1D3" presStyleIdx="10" presStyleCnt="35"/>
      <dgm:spPr/>
    </dgm:pt>
    <dgm:pt modelId="{71139570-B36D-4681-8C62-5E0372313844}" type="pres">
      <dgm:prSet presAssocID="{7E137621-EC33-432B-AE8D-9152BF53712E}" presName="hierRoot2" presStyleCnt="0">
        <dgm:presLayoutVars>
          <dgm:hierBranch val="init"/>
        </dgm:presLayoutVars>
      </dgm:prSet>
      <dgm:spPr/>
    </dgm:pt>
    <dgm:pt modelId="{7EA42816-BD38-4FBC-B267-E1BE2E1206CA}" type="pres">
      <dgm:prSet presAssocID="{7E137621-EC33-432B-AE8D-9152BF53712E}" presName="rootComposite" presStyleCnt="0"/>
      <dgm:spPr/>
    </dgm:pt>
    <dgm:pt modelId="{C18D9EBF-A1E2-416E-9E20-5E4DB0C3C6FB}" type="pres">
      <dgm:prSet presAssocID="{7E137621-EC33-432B-AE8D-9152BF53712E}" presName="rootText" presStyleLbl="node3" presStyleIdx="10" presStyleCnt="35">
        <dgm:presLayoutVars>
          <dgm:chPref val="3"/>
        </dgm:presLayoutVars>
      </dgm:prSet>
      <dgm:spPr/>
    </dgm:pt>
    <dgm:pt modelId="{107D7B08-C77F-4EA8-B03E-22A43F08B0FC}" type="pres">
      <dgm:prSet presAssocID="{7E137621-EC33-432B-AE8D-9152BF53712E}" presName="rootConnector" presStyleLbl="node3" presStyleIdx="10" presStyleCnt="35"/>
      <dgm:spPr/>
    </dgm:pt>
    <dgm:pt modelId="{AE4673E4-830E-4D1A-8C39-3129FB5E7627}" type="pres">
      <dgm:prSet presAssocID="{7E137621-EC33-432B-AE8D-9152BF53712E}" presName="hierChild4" presStyleCnt="0"/>
      <dgm:spPr/>
    </dgm:pt>
    <dgm:pt modelId="{A0CA20E3-3955-46B5-9959-A8C243E7E50B}" type="pres">
      <dgm:prSet presAssocID="{7E137621-EC33-432B-AE8D-9152BF53712E}" presName="hierChild5" presStyleCnt="0"/>
      <dgm:spPr/>
    </dgm:pt>
    <dgm:pt modelId="{79660244-7068-4561-9705-95A124933AEE}" type="pres">
      <dgm:prSet presAssocID="{08118E96-220A-4AD6-9289-847955864998}" presName="Name37" presStyleLbl="parChTrans1D3" presStyleIdx="11" presStyleCnt="35"/>
      <dgm:spPr/>
    </dgm:pt>
    <dgm:pt modelId="{8FC954BB-41E9-4376-9A62-F9BA4F1702C4}" type="pres">
      <dgm:prSet presAssocID="{FB729D5A-D358-4E2E-8DED-A1BBB78A1E2F}" presName="hierRoot2" presStyleCnt="0">
        <dgm:presLayoutVars>
          <dgm:hierBranch val="init"/>
        </dgm:presLayoutVars>
      </dgm:prSet>
      <dgm:spPr/>
    </dgm:pt>
    <dgm:pt modelId="{9B716601-8B12-42EA-9048-CB7B86108217}" type="pres">
      <dgm:prSet presAssocID="{FB729D5A-D358-4E2E-8DED-A1BBB78A1E2F}" presName="rootComposite" presStyleCnt="0"/>
      <dgm:spPr/>
    </dgm:pt>
    <dgm:pt modelId="{72DB64EF-D03D-461A-90EE-55A0DA5E56B9}" type="pres">
      <dgm:prSet presAssocID="{FB729D5A-D358-4E2E-8DED-A1BBB78A1E2F}" presName="rootText" presStyleLbl="node3" presStyleIdx="11" presStyleCnt="35">
        <dgm:presLayoutVars>
          <dgm:chPref val="3"/>
        </dgm:presLayoutVars>
      </dgm:prSet>
      <dgm:spPr/>
    </dgm:pt>
    <dgm:pt modelId="{A19641F9-7139-4751-A1C7-CBD21AD8CF8C}" type="pres">
      <dgm:prSet presAssocID="{FB729D5A-D358-4E2E-8DED-A1BBB78A1E2F}" presName="rootConnector" presStyleLbl="node3" presStyleIdx="11" presStyleCnt="35"/>
      <dgm:spPr/>
    </dgm:pt>
    <dgm:pt modelId="{3E5AAE9B-AAFA-4490-816F-ADA2AA0A8145}" type="pres">
      <dgm:prSet presAssocID="{FB729D5A-D358-4E2E-8DED-A1BBB78A1E2F}" presName="hierChild4" presStyleCnt="0"/>
      <dgm:spPr/>
    </dgm:pt>
    <dgm:pt modelId="{9E7501C5-1482-4355-860F-FFED8E62C5D4}" type="pres">
      <dgm:prSet presAssocID="{FB729D5A-D358-4E2E-8DED-A1BBB78A1E2F}" presName="hierChild5" presStyleCnt="0"/>
      <dgm:spPr/>
    </dgm:pt>
    <dgm:pt modelId="{EF98D8BE-5AF7-40D6-A400-7D826567CBC3}" type="pres">
      <dgm:prSet presAssocID="{4E7B23AB-E46C-4749-B308-5BC9387184D4}" presName="Name37" presStyleLbl="parChTrans1D3" presStyleIdx="12" presStyleCnt="35"/>
      <dgm:spPr/>
    </dgm:pt>
    <dgm:pt modelId="{BCA58B1A-3A11-4BB9-87AD-E2F98E3A93E1}" type="pres">
      <dgm:prSet presAssocID="{F49B38AF-0DB1-4CA7-8DA9-446536F6D4A7}" presName="hierRoot2" presStyleCnt="0">
        <dgm:presLayoutVars>
          <dgm:hierBranch val="init"/>
        </dgm:presLayoutVars>
      </dgm:prSet>
      <dgm:spPr/>
    </dgm:pt>
    <dgm:pt modelId="{8E23831B-14BA-4C64-8243-B6D116CA780D}" type="pres">
      <dgm:prSet presAssocID="{F49B38AF-0DB1-4CA7-8DA9-446536F6D4A7}" presName="rootComposite" presStyleCnt="0"/>
      <dgm:spPr/>
    </dgm:pt>
    <dgm:pt modelId="{8B405EB8-C2D3-47D2-85D2-C453BF930BEA}" type="pres">
      <dgm:prSet presAssocID="{F49B38AF-0DB1-4CA7-8DA9-446536F6D4A7}" presName="rootText" presStyleLbl="node3" presStyleIdx="12" presStyleCnt="35">
        <dgm:presLayoutVars>
          <dgm:chPref val="3"/>
        </dgm:presLayoutVars>
      </dgm:prSet>
      <dgm:spPr/>
    </dgm:pt>
    <dgm:pt modelId="{A638F884-98F3-4351-8262-8EA19773A341}" type="pres">
      <dgm:prSet presAssocID="{F49B38AF-0DB1-4CA7-8DA9-446536F6D4A7}" presName="rootConnector" presStyleLbl="node3" presStyleIdx="12" presStyleCnt="35"/>
      <dgm:spPr/>
    </dgm:pt>
    <dgm:pt modelId="{4D2F8D33-4CFE-4F19-B248-A61684A6075E}" type="pres">
      <dgm:prSet presAssocID="{F49B38AF-0DB1-4CA7-8DA9-446536F6D4A7}" presName="hierChild4" presStyleCnt="0"/>
      <dgm:spPr/>
    </dgm:pt>
    <dgm:pt modelId="{2183F454-51A4-4B6E-8D4F-29E128DD958E}" type="pres">
      <dgm:prSet presAssocID="{F49B38AF-0DB1-4CA7-8DA9-446536F6D4A7}" presName="hierChild5" presStyleCnt="0"/>
      <dgm:spPr/>
    </dgm:pt>
    <dgm:pt modelId="{A93DE8F0-4299-4549-BAC3-B7A3CA8D4AAC}" type="pres">
      <dgm:prSet presAssocID="{F270F575-F6AC-4CAD-9AEB-D0AB904A3FD0}" presName="Name37" presStyleLbl="parChTrans1D3" presStyleIdx="13" presStyleCnt="35"/>
      <dgm:spPr/>
    </dgm:pt>
    <dgm:pt modelId="{CA1E3A26-283F-441B-95EA-E73DF7CD61E0}" type="pres">
      <dgm:prSet presAssocID="{34302FC2-9824-42E8-A1B6-21F0D4F4E9C9}" presName="hierRoot2" presStyleCnt="0">
        <dgm:presLayoutVars>
          <dgm:hierBranch val="init"/>
        </dgm:presLayoutVars>
      </dgm:prSet>
      <dgm:spPr/>
    </dgm:pt>
    <dgm:pt modelId="{9CD1E01B-618A-4167-A1B3-03DD71142609}" type="pres">
      <dgm:prSet presAssocID="{34302FC2-9824-42E8-A1B6-21F0D4F4E9C9}" presName="rootComposite" presStyleCnt="0"/>
      <dgm:spPr/>
    </dgm:pt>
    <dgm:pt modelId="{B933504F-CDD4-4C1B-B464-23A404A197FB}" type="pres">
      <dgm:prSet presAssocID="{34302FC2-9824-42E8-A1B6-21F0D4F4E9C9}" presName="rootText" presStyleLbl="node3" presStyleIdx="13" presStyleCnt="35">
        <dgm:presLayoutVars>
          <dgm:chPref val="3"/>
        </dgm:presLayoutVars>
      </dgm:prSet>
      <dgm:spPr/>
    </dgm:pt>
    <dgm:pt modelId="{AC9D6A0A-9414-432A-A4C4-DB602F76ED3D}" type="pres">
      <dgm:prSet presAssocID="{34302FC2-9824-42E8-A1B6-21F0D4F4E9C9}" presName="rootConnector" presStyleLbl="node3" presStyleIdx="13" presStyleCnt="35"/>
      <dgm:spPr/>
    </dgm:pt>
    <dgm:pt modelId="{D9970BE8-7E9E-4EC3-BA8B-FD4AC019F01F}" type="pres">
      <dgm:prSet presAssocID="{34302FC2-9824-42E8-A1B6-21F0D4F4E9C9}" presName="hierChild4" presStyleCnt="0"/>
      <dgm:spPr/>
    </dgm:pt>
    <dgm:pt modelId="{C5B3A898-FF54-49A4-9E86-2A7020482862}" type="pres">
      <dgm:prSet presAssocID="{34302FC2-9824-42E8-A1B6-21F0D4F4E9C9}" presName="hierChild5" presStyleCnt="0"/>
      <dgm:spPr/>
    </dgm:pt>
    <dgm:pt modelId="{57ED4888-134B-4759-8B7A-9C2F5D982202}" type="pres">
      <dgm:prSet presAssocID="{21350C3A-AF8E-4618-BC0A-32BDB56DDAA3}" presName="hierChild5" presStyleCnt="0"/>
      <dgm:spPr/>
    </dgm:pt>
    <dgm:pt modelId="{244A72B9-D174-42F8-9E71-652C012DF8DB}" type="pres">
      <dgm:prSet presAssocID="{E132E4E8-C00E-4E55-B71F-FE53CEE9BAF2}" presName="Name37" presStyleLbl="parChTrans1D2" presStyleIdx="2" presStyleCnt="6"/>
      <dgm:spPr/>
    </dgm:pt>
    <dgm:pt modelId="{8A40217B-EF7C-42A6-8980-76752170BD1F}" type="pres">
      <dgm:prSet presAssocID="{EA2B25BB-A9D8-4E43-989E-CDEE2FA51641}" presName="hierRoot2" presStyleCnt="0">
        <dgm:presLayoutVars>
          <dgm:hierBranch val="init"/>
        </dgm:presLayoutVars>
      </dgm:prSet>
      <dgm:spPr/>
    </dgm:pt>
    <dgm:pt modelId="{B235268E-545B-4F2C-B1E9-545A6EA59599}" type="pres">
      <dgm:prSet presAssocID="{EA2B25BB-A9D8-4E43-989E-CDEE2FA51641}" presName="rootComposite" presStyleCnt="0"/>
      <dgm:spPr/>
    </dgm:pt>
    <dgm:pt modelId="{30190A39-8C89-44FD-B9A3-222C3D84823A}" type="pres">
      <dgm:prSet presAssocID="{EA2B25BB-A9D8-4E43-989E-CDEE2FA51641}" presName="rootText" presStyleLbl="node2" presStyleIdx="2" presStyleCnt="6">
        <dgm:presLayoutVars>
          <dgm:chPref val="3"/>
        </dgm:presLayoutVars>
      </dgm:prSet>
      <dgm:spPr>
        <a:prstGeom prst="roundRect">
          <a:avLst/>
        </a:prstGeom>
      </dgm:spPr>
    </dgm:pt>
    <dgm:pt modelId="{62F31DFE-C1CE-4155-A808-6A83232442B4}" type="pres">
      <dgm:prSet presAssocID="{EA2B25BB-A9D8-4E43-989E-CDEE2FA51641}" presName="rootConnector" presStyleLbl="node2" presStyleIdx="2" presStyleCnt="6"/>
      <dgm:spPr/>
    </dgm:pt>
    <dgm:pt modelId="{59F65630-176E-45BD-B544-3C2C185A9153}" type="pres">
      <dgm:prSet presAssocID="{EA2B25BB-A9D8-4E43-989E-CDEE2FA51641}" presName="hierChild4" presStyleCnt="0"/>
      <dgm:spPr/>
    </dgm:pt>
    <dgm:pt modelId="{B67E2590-AE3E-4355-B611-241EAAF8BBD4}" type="pres">
      <dgm:prSet presAssocID="{CECB25C9-F15B-4B82-AEC2-45F04BE0591C}" presName="Name37" presStyleLbl="parChTrans1D3" presStyleIdx="14" presStyleCnt="35"/>
      <dgm:spPr/>
    </dgm:pt>
    <dgm:pt modelId="{7AA0210F-166D-4B26-9D81-F30B6FE27144}" type="pres">
      <dgm:prSet presAssocID="{1AFF4EBD-F4BE-429B-B9C8-227A8A9B85F7}" presName="hierRoot2" presStyleCnt="0">
        <dgm:presLayoutVars>
          <dgm:hierBranch val="init"/>
        </dgm:presLayoutVars>
      </dgm:prSet>
      <dgm:spPr/>
    </dgm:pt>
    <dgm:pt modelId="{F7B075EF-67CA-4C62-934E-27EEE458008A}" type="pres">
      <dgm:prSet presAssocID="{1AFF4EBD-F4BE-429B-B9C8-227A8A9B85F7}" presName="rootComposite" presStyleCnt="0"/>
      <dgm:spPr/>
    </dgm:pt>
    <dgm:pt modelId="{344CCAEF-0646-4A32-9496-57FA3D860582}" type="pres">
      <dgm:prSet presAssocID="{1AFF4EBD-F4BE-429B-B9C8-227A8A9B85F7}" presName="rootText" presStyleLbl="node3" presStyleIdx="14" presStyleCnt="35">
        <dgm:presLayoutVars>
          <dgm:chPref val="3"/>
        </dgm:presLayoutVars>
      </dgm:prSet>
      <dgm:spPr/>
    </dgm:pt>
    <dgm:pt modelId="{7EE36EAB-8EAD-48C0-B4A7-DDF772C6B2EB}" type="pres">
      <dgm:prSet presAssocID="{1AFF4EBD-F4BE-429B-B9C8-227A8A9B85F7}" presName="rootConnector" presStyleLbl="node3" presStyleIdx="14" presStyleCnt="35"/>
      <dgm:spPr/>
    </dgm:pt>
    <dgm:pt modelId="{CF45985C-12FA-48EB-8F34-BD32DACA5ACD}" type="pres">
      <dgm:prSet presAssocID="{1AFF4EBD-F4BE-429B-B9C8-227A8A9B85F7}" presName="hierChild4" presStyleCnt="0"/>
      <dgm:spPr/>
    </dgm:pt>
    <dgm:pt modelId="{FE8B4CDD-B279-458C-8E6B-697B27E908FA}" type="pres">
      <dgm:prSet presAssocID="{1AFF4EBD-F4BE-429B-B9C8-227A8A9B85F7}" presName="hierChild5" presStyleCnt="0"/>
      <dgm:spPr/>
    </dgm:pt>
    <dgm:pt modelId="{51359D01-A1E4-43BD-A51B-C11374DC6CBD}" type="pres">
      <dgm:prSet presAssocID="{8B8DFA80-AC1E-4F5E-B460-EDF0523389CA}" presName="Name37" presStyleLbl="parChTrans1D3" presStyleIdx="15" presStyleCnt="35"/>
      <dgm:spPr/>
    </dgm:pt>
    <dgm:pt modelId="{ACE7EB23-D711-4D4C-8600-D44E1DFE6D07}" type="pres">
      <dgm:prSet presAssocID="{E773790B-152D-4D0D-B54A-9B500FAAF76D}" presName="hierRoot2" presStyleCnt="0">
        <dgm:presLayoutVars>
          <dgm:hierBranch val="init"/>
        </dgm:presLayoutVars>
      </dgm:prSet>
      <dgm:spPr/>
    </dgm:pt>
    <dgm:pt modelId="{9E27DCB4-BDD3-4B1C-AA8F-001D04EBF066}" type="pres">
      <dgm:prSet presAssocID="{E773790B-152D-4D0D-B54A-9B500FAAF76D}" presName="rootComposite" presStyleCnt="0"/>
      <dgm:spPr/>
    </dgm:pt>
    <dgm:pt modelId="{647FC27E-E241-43AE-A032-BD4EFD5B1031}" type="pres">
      <dgm:prSet presAssocID="{E773790B-152D-4D0D-B54A-9B500FAAF76D}" presName="rootText" presStyleLbl="node3" presStyleIdx="15" presStyleCnt="35">
        <dgm:presLayoutVars>
          <dgm:chPref val="3"/>
        </dgm:presLayoutVars>
      </dgm:prSet>
      <dgm:spPr/>
    </dgm:pt>
    <dgm:pt modelId="{61DB6D60-55CE-4007-A3D9-81F8EC810899}" type="pres">
      <dgm:prSet presAssocID="{E773790B-152D-4D0D-B54A-9B500FAAF76D}" presName="rootConnector" presStyleLbl="node3" presStyleIdx="15" presStyleCnt="35"/>
      <dgm:spPr/>
    </dgm:pt>
    <dgm:pt modelId="{F4E0C108-3202-4894-907B-E8DD0D459465}" type="pres">
      <dgm:prSet presAssocID="{E773790B-152D-4D0D-B54A-9B500FAAF76D}" presName="hierChild4" presStyleCnt="0"/>
      <dgm:spPr/>
    </dgm:pt>
    <dgm:pt modelId="{92112875-671D-4971-A165-28F54C3D4A72}" type="pres">
      <dgm:prSet presAssocID="{E773790B-152D-4D0D-B54A-9B500FAAF76D}" presName="hierChild5" presStyleCnt="0"/>
      <dgm:spPr/>
    </dgm:pt>
    <dgm:pt modelId="{5307A0B7-49AB-4285-80D8-72C137CA6335}" type="pres">
      <dgm:prSet presAssocID="{1D40B5E6-4899-4202-BDBF-7E10BD7DA31D}" presName="Name37" presStyleLbl="parChTrans1D3" presStyleIdx="16" presStyleCnt="35"/>
      <dgm:spPr/>
    </dgm:pt>
    <dgm:pt modelId="{B7A8F5CC-CAAF-43ED-9233-E9BADAD8FF39}" type="pres">
      <dgm:prSet presAssocID="{7B509BD0-5080-4D68-B550-68191C1094F2}" presName="hierRoot2" presStyleCnt="0">
        <dgm:presLayoutVars>
          <dgm:hierBranch val="init"/>
        </dgm:presLayoutVars>
      </dgm:prSet>
      <dgm:spPr/>
    </dgm:pt>
    <dgm:pt modelId="{FD450D78-AC3D-414D-A8EF-E8412B6C9E56}" type="pres">
      <dgm:prSet presAssocID="{7B509BD0-5080-4D68-B550-68191C1094F2}" presName="rootComposite" presStyleCnt="0"/>
      <dgm:spPr/>
    </dgm:pt>
    <dgm:pt modelId="{33947880-F50A-4CE9-8F1E-86B44DE7F3C7}" type="pres">
      <dgm:prSet presAssocID="{7B509BD0-5080-4D68-B550-68191C1094F2}" presName="rootText" presStyleLbl="node3" presStyleIdx="16" presStyleCnt="35">
        <dgm:presLayoutVars>
          <dgm:chPref val="3"/>
        </dgm:presLayoutVars>
      </dgm:prSet>
      <dgm:spPr/>
    </dgm:pt>
    <dgm:pt modelId="{BD8B620C-082F-46C0-9AA3-662D5F03C1B7}" type="pres">
      <dgm:prSet presAssocID="{7B509BD0-5080-4D68-B550-68191C1094F2}" presName="rootConnector" presStyleLbl="node3" presStyleIdx="16" presStyleCnt="35"/>
      <dgm:spPr/>
    </dgm:pt>
    <dgm:pt modelId="{2C9C3388-565D-4E80-B147-9A56A7C453A9}" type="pres">
      <dgm:prSet presAssocID="{7B509BD0-5080-4D68-B550-68191C1094F2}" presName="hierChild4" presStyleCnt="0"/>
      <dgm:spPr/>
    </dgm:pt>
    <dgm:pt modelId="{92CD2752-FFE3-49FD-BDE1-3D0AF0AC9116}" type="pres">
      <dgm:prSet presAssocID="{7B509BD0-5080-4D68-B550-68191C1094F2}" presName="hierChild5" presStyleCnt="0"/>
      <dgm:spPr/>
    </dgm:pt>
    <dgm:pt modelId="{666E4D0F-8B0E-43E5-B02F-3E8240560F8B}" type="pres">
      <dgm:prSet presAssocID="{D8C7B09B-14F3-420B-BD1C-2B0375B0DCB9}" presName="Name37" presStyleLbl="parChTrans1D3" presStyleIdx="17" presStyleCnt="35"/>
      <dgm:spPr/>
    </dgm:pt>
    <dgm:pt modelId="{C9B39B74-9065-465D-8F1B-A5F77A3ACD83}" type="pres">
      <dgm:prSet presAssocID="{5029759A-5030-42EC-9B67-111CD88FB273}" presName="hierRoot2" presStyleCnt="0">
        <dgm:presLayoutVars>
          <dgm:hierBranch val="init"/>
        </dgm:presLayoutVars>
      </dgm:prSet>
      <dgm:spPr/>
    </dgm:pt>
    <dgm:pt modelId="{0CE97A67-D172-4E23-B3DC-DB03EB7CB8E5}" type="pres">
      <dgm:prSet presAssocID="{5029759A-5030-42EC-9B67-111CD88FB273}" presName="rootComposite" presStyleCnt="0"/>
      <dgm:spPr/>
    </dgm:pt>
    <dgm:pt modelId="{84F0753B-25AC-4A1C-8293-C0E3901CA01D}" type="pres">
      <dgm:prSet presAssocID="{5029759A-5030-42EC-9B67-111CD88FB273}" presName="rootText" presStyleLbl="node3" presStyleIdx="17" presStyleCnt="35">
        <dgm:presLayoutVars>
          <dgm:chPref val="3"/>
        </dgm:presLayoutVars>
      </dgm:prSet>
      <dgm:spPr/>
    </dgm:pt>
    <dgm:pt modelId="{5AC8CAE3-4FEB-430F-87B0-50DE85A9C432}" type="pres">
      <dgm:prSet presAssocID="{5029759A-5030-42EC-9B67-111CD88FB273}" presName="rootConnector" presStyleLbl="node3" presStyleIdx="17" presStyleCnt="35"/>
      <dgm:spPr/>
    </dgm:pt>
    <dgm:pt modelId="{012599AB-5ACA-4462-A64C-9E746DB601CB}" type="pres">
      <dgm:prSet presAssocID="{5029759A-5030-42EC-9B67-111CD88FB273}" presName="hierChild4" presStyleCnt="0"/>
      <dgm:spPr/>
    </dgm:pt>
    <dgm:pt modelId="{4CA6D091-FC97-4055-BC9B-F91E8775DA07}" type="pres">
      <dgm:prSet presAssocID="{5029759A-5030-42EC-9B67-111CD88FB273}" presName="hierChild5" presStyleCnt="0"/>
      <dgm:spPr/>
    </dgm:pt>
    <dgm:pt modelId="{992BBBE1-013F-4D66-81A8-F84C4877DFC0}" type="pres">
      <dgm:prSet presAssocID="{EA2B25BB-A9D8-4E43-989E-CDEE2FA51641}" presName="hierChild5" presStyleCnt="0"/>
      <dgm:spPr/>
    </dgm:pt>
    <dgm:pt modelId="{FFB1F665-0E31-4075-9726-A25426DC4445}" type="pres">
      <dgm:prSet presAssocID="{CE07C746-C740-4CF5-BE6C-6787F3F53541}" presName="Name37" presStyleLbl="parChTrans1D2" presStyleIdx="3" presStyleCnt="6"/>
      <dgm:spPr/>
    </dgm:pt>
    <dgm:pt modelId="{DE5EAE04-BE8C-4BFC-8C07-F93469C0D940}" type="pres">
      <dgm:prSet presAssocID="{04F01D9E-5DE3-4121-A064-E21FE3C63F9F}" presName="hierRoot2" presStyleCnt="0">
        <dgm:presLayoutVars>
          <dgm:hierBranch val="init"/>
        </dgm:presLayoutVars>
      </dgm:prSet>
      <dgm:spPr/>
    </dgm:pt>
    <dgm:pt modelId="{403FB4F9-5525-4FE2-B84F-E2062C31A9BC}" type="pres">
      <dgm:prSet presAssocID="{04F01D9E-5DE3-4121-A064-E21FE3C63F9F}" presName="rootComposite" presStyleCnt="0"/>
      <dgm:spPr/>
    </dgm:pt>
    <dgm:pt modelId="{A54E4773-B2A9-4192-ADCB-72E55CAB272F}" type="pres">
      <dgm:prSet presAssocID="{04F01D9E-5DE3-4121-A064-E21FE3C63F9F}" presName="rootText" presStyleLbl="node2" presStyleIdx="3" presStyleCnt="6">
        <dgm:presLayoutVars>
          <dgm:chPref val="3"/>
        </dgm:presLayoutVars>
      </dgm:prSet>
      <dgm:spPr>
        <a:prstGeom prst="roundRect">
          <a:avLst/>
        </a:prstGeom>
      </dgm:spPr>
    </dgm:pt>
    <dgm:pt modelId="{55BB1ACE-4426-44BD-A33C-668B5F5EEB18}" type="pres">
      <dgm:prSet presAssocID="{04F01D9E-5DE3-4121-A064-E21FE3C63F9F}" presName="rootConnector" presStyleLbl="node2" presStyleIdx="3" presStyleCnt="6"/>
      <dgm:spPr/>
    </dgm:pt>
    <dgm:pt modelId="{332DAB85-E64E-40F7-B2B0-4A62A8956895}" type="pres">
      <dgm:prSet presAssocID="{04F01D9E-5DE3-4121-A064-E21FE3C63F9F}" presName="hierChild4" presStyleCnt="0"/>
      <dgm:spPr/>
    </dgm:pt>
    <dgm:pt modelId="{38C03444-91BA-4404-8498-BFB09264464B}" type="pres">
      <dgm:prSet presAssocID="{F9840366-57F2-44AC-8B76-A001DA1B248A}" presName="Name37" presStyleLbl="parChTrans1D3" presStyleIdx="18" presStyleCnt="35"/>
      <dgm:spPr/>
    </dgm:pt>
    <dgm:pt modelId="{B342629D-22CC-4489-B144-29F1CC0156EF}" type="pres">
      <dgm:prSet presAssocID="{1774AFC3-E76F-4FC8-8F78-CFA4A4D43990}" presName="hierRoot2" presStyleCnt="0">
        <dgm:presLayoutVars>
          <dgm:hierBranch val="init"/>
        </dgm:presLayoutVars>
      </dgm:prSet>
      <dgm:spPr/>
    </dgm:pt>
    <dgm:pt modelId="{A1C3326D-464D-4E0C-A922-73764593DBEC}" type="pres">
      <dgm:prSet presAssocID="{1774AFC3-E76F-4FC8-8F78-CFA4A4D43990}" presName="rootComposite" presStyleCnt="0"/>
      <dgm:spPr/>
    </dgm:pt>
    <dgm:pt modelId="{9C7A2D5B-96A1-4CE9-89BC-2AE895371D04}" type="pres">
      <dgm:prSet presAssocID="{1774AFC3-E76F-4FC8-8F78-CFA4A4D43990}" presName="rootText" presStyleLbl="node3" presStyleIdx="18" presStyleCnt="35">
        <dgm:presLayoutVars>
          <dgm:chPref val="3"/>
        </dgm:presLayoutVars>
      </dgm:prSet>
      <dgm:spPr/>
    </dgm:pt>
    <dgm:pt modelId="{C15945FF-748B-4D65-B757-E668193A5C3B}" type="pres">
      <dgm:prSet presAssocID="{1774AFC3-E76F-4FC8-8F78-CFA4A4D43990}" presName="rootConnector" presStyleLbl="node3" presStyleIdx="18" presStyleCnt="35"/>
      <dgm:spPr/>
    </dgm:pt>
    <dgm:pt modelId="{6C36A3C7-1563-486A-8781-3CA907ED660B}" type="pres">
      <dgm:prSet presAssocID="{1774AFC3-E76F-4FC8-8F78-CFA4A4D43990}" presName="hierChild4" presStyleCnt="0"/>
      <dgm:spPr/>
    </dgm:pt>
    <dgm:pt modelId="{1D9BC06D-F4AB-4FFA-9E9F-1E87B4283A08}" type="pres">
      <dgm:prSet presAssocID="{1774AFC3-E76F-4FC8-8F78-CFA4A4D43990}" presName="hierChild5" presStyleCnt="0"/>
      <dgm:spPr/>
    </dgm:pt>
    <dgm:pt modelId="{0453E154-1AB3-4A7A-8C92-8FF40E4FF3AC}" type="pres">
      <dgm:prSet presAssocID="{C81738FB-853F-4BD2-AB41-3AB00FD50933}" presName="Name37" presStyleLbl="parChTrans1D3" presStyleIdx="19" presStyleCnt="35"/>
      <dgm:spPr/>
    </dgm:pt>
    <dgm:pt modelId="{002C4E45-69AF-4910-9DEF-EE8FAFC0432F}" type="pres">
      <dgm:prSet presAssocID="{2B44C3BA-FEFA-4021-8F1D-9FDFCB5CA3C6}" presName="hierRoot2" presStyleCnt="0">
        <dgm:presLayoutVars>
          <dgm:hierBranch val="init"/>
        </dgm:presLayoutVars>
      </dgm:prSet>
      <dgm:spPr/>
    </dgm:pt>
    <dgm:pt modelId="{0D2F2773-8F36-4153-BAD2-F130635A5A6F}" type="pres">
      <dgm:prSet presAssocID="{2B44C3BA-FEFA-4021-8F1D-9FDFCB5CA3C6}" presName="rootComposite" presStyleCnt="0"/>
      <dgm:spPr/>
    </dgm:pt>
    <dgm:pt modelId="{511C4EFE-49C4-4811-B1E3-50B849BD8654}" type="pres">
      <dgm:prSet presAssocID="{2B44C3BA-FEFA-4021-8F1D-9FDFCB5CA3C6}" presName="rootText" presStyleLbl="node3" presStyleIdx="19" presStyleCnt="35">
        <dgm:presLayoutVars>
          <dgm:chPref val="3"/>
        </dgm:presLayoutVars>
      </dgm:prSet>
      <dgm:spPr/>
    </dgm:pt>
    <dgm:pt modelId="{4F7ED734-5EB6-48BF-80DE-353C58AC9963}" type="pres">
      <dgm:prSet presAssocID="{2B44C3BA-FEFA-4021-8F1D-9FDFCB5CA3C6}" presName="rootConnector" presStyleLbl="node3" presStyleIdx="19" presStyleCnt="35"/>
      <dgm:spPr/>
    </dgm:pt>
    <dgm:pt modelId="{FCE948AD-6C5E-46C4-9E59-68D2199D7CBC}" type="pres">
      <dgm:prSet presAssocID="{2B44C3BA-FEFA-4021-8F1D-9FDFCB5CA3C6}" presName="hierChild4" presStyleCnt="0"/>
      <dgm:spPr/>
    </dgm:pt>
    <dgm:pt modelId="{4B38857F-2053-4ADA-BAC9-617BC9B8EB5C}" type="pres">
      <dgm:prSet presAssocID="{2B44C3BA-FEFA-4021-8F1D-9FDFCB5CA3C6}" presName="hierChild5" presStyleCnt="0"/>
      <dgm:spPr/>
    </dgm:pt>
    <dgm:pt modelId="{D20534CE-E808-4102-9E46-E793497C8B70}" type="pres">
      <dgm:prSet presAssocID="{FBD64277-ED42-4936-B46C-8358AE08A8CE}" presName="Name37" presStyleLbl="parChTrans1D3" presStyleIdx="20" presStyleCnt="35"/>
      <dgm:spPr/>
    </dgm:pt>
    <dgm:pt modelId="{6746758B-0AA8-4024-B2A7-E0938DCE5AAC}" type="pres">
      <dgm:prSet presAssocID="{D1854EC7-58CC-4F2B-B849-0CD9C006D5A9}" presName="hierRoot2" presStyleCnt="0">
        <dgm:presLayoutVars>
          <dgm:hierBranch val="init"/>
        </dgm:presLayoutVars>
      </dgm:prSet>
      <dgm:spPr/>
    </dgm:pt>
    <dgm:pt modelId="{2ACD8EB4-DCA8-49AB-99AA-6FF586447A25}" type="pres">
      <dgm:prSet presAssocID="{D1854EC7-58CC-4F2B-B849-0CD9C006D5A9}" presName="rootComposite" presStyleCnt="0"/>
      <dgm:spPr/>
    </dgm:pt>
    <dgm:pt modelId="{78A055A9-916E-41C5-B4D3-F004B4A27995}" type="pres">
      <dgm:prSet presAssocID="{D1854EC7-58CC-4F2B-B849-0CD9C006D5A9}" presName="rootText" presStyleLbl="node3" presStyleIdx="20" presStyleCnt="35">
        <dgm:presLayoutVars>
          <dgm:chPref val="3"/>
        </dgm:presLayoutVars>
      </dgm:prSet>
      <dgm:spPr/>
    </dgm:pt>
    <dgm:pt modelId="{B23F24D6-53A1-49D8-AB86-2CF5922AFDF0}" type="pres">
      <dgm:prSet presAssocID="{D1854EC7-58CC-4F2B-B849-0CD9C006D5A9}" presName="rootConnector" presStyleLbl="node3" presStyleIdx="20" presStyleCnt="35"/>
      <dgm:spPr/>
    </dgm:pt>
    <dgm:pt modelId="{C4CB6130-4EAA-4D0A-B653-DC110073B083}" type="pres">
      <dgm:prSet presAssocID="{D1854EC7-58CC-4F2B-B849-0CD9C006D5A9}" presName="hierChild4" presStyleCnt="0"/>
      <dgm:spPr/>
    </dgm:pt>
    <dgm:pt modelId="{18460AF6-4D99-423F-B795-20B092F96BDD}" type="pres">
      <dgm:prSet presAssocID="{D1854EC7-58CC-4F2B-B849-0CD9C006D5A9}" presName="hierChild5" presStyleCnt="0"/>
      <dgm:spPr/>
    </dgm:pt>
    <dgm:pt modelId="{49B60F02-2A6C-4277-AC6F-9BA227F293F9}" type="pres">
      <dgm:prSet presAssocID="{DBBF168E-6A68-499B-A1F8-9D5921351BD4}" presName="Name37" presStyleLbl="parChTrans1D3" presStyleIdx="21" presStyleCnt="35"/>
      <dgm:spPr/>
    </dgm:pt>
    <dgm:pt modelId="{E82118F8-D443-4A52-A148-4E2EBB9C3F2A}" type="pres">
      <dgm:prSet presAssocID="{D7B9B5A6-C17D-4798-8395-218A6944E945}" presName="hierRoot2" presStyleCnt="0">
        <dgm:presLayoutVars>
          <dgm:hierBranch val="init"/>
        </dgm:presLayoutVars>
      </dgm:prSet>
      <dgm:spPr/>
    </dgm:pt>
    <dgm:pt modelId="{BEB9F41A-27B0-4EFC-90EF-90D18C5E8C76}" type="pres">
      <dgm:prSet presAssocID="{D7B9B5A6-C17D-4798-8395-218A6944E945}" presName="rootComposite" presStyleCnt="0"/>
      <dgm:spPr/>
    </dgm:pt>
    <dgm:pt modelId="{B55B2A50-92E8-4E40-ACE4-7534BB17BC0B}" type="pres">
      <dgm:prSet presAssocID="{D7B9B5A6-C17D-4798-8395-218A6944E945}" presName="rootText" presStyleLbl="node3" presStyleIdx="21" presStyleCnt="35">
        <dgm:presLayoutVars>
          <dgm:chPref val="3"/>
        </dgm:presLayoutVars>
      </dgm:prSet>
      <dgm:spPr/>
    </dgm:pt>
    <dgm:pt modelId="{36BD3B09-BFB6-4CA7-8D7D-7BA15D483B55}" type="pres">
      <dgm:prSet presAssocID="{D7B9B5A6-C17D-4798-8395-218A6944E945}" presName="rootConnector" presStyleLbl="node3" presStyleIdx="21" presStyleCnt="35"/>
      <dgm:spPr/>
    </dgm:pt>
    <dgm:pt modelId="{24C22309-4BD5-40F4-9AFF-DDD2B152CEAF}" type="pres">
      <dgm:prSet presAssocID="{D7B9B5A6-C17D-4798-8395-218A6944E945}" presName="hierChild4" presStyleCnt="0"/>
      <dgm:spPr/>
    </dgm:pt>
    <dgm:pt modelId="{8CBB7318-3245-4D5C-81A9-B4DF9293263D}" type="pres">
      <dgm:prSet presAssocID="{D7B9B5A6-C17D-4798-8395-218A6944E945}" presName="hierChild5" presStyleCnt="0"/>
      <dgm:spPr/>
    </dgm:pt>
    <dgm:pt modelId="{85160D77-93E4-4181-9D04-9B9DDFE4AD8B}" type="pres">
      <dgm:prSet presAssocID="{8FA67B69-F923-4CA3-AE5A-B8C60817D7C7}" presName="Name37" presStyleLbl="parChTrans1D3" presStyleIdx="22" presStyleCnt="35"/>
      <dgm:spPr/>
    </dgm:pt>
    <dgm:pt modelId="{27704E0C-8BCF-42E8-B290-06454C2DE794}" type="pres">
      <dgm:prSet presAssocID="{72C8B9E6-81C0-4FE8-B49F-8CC54D6E822D}" presName="hierRoot2" presStyleCnt="0">
        <dgm:presLayoutVars>
          <dgm:hierBranch val="init"/>
        </dgm:presLayoutVars>
      </dgm:prSet>
      <dgm:spPr/>
    </dgm:pt>
    <dgm:pt modelId="{A6BDE63D-EE73-48CA-9DB2-F9F949CF2C8E}" type="pres">
      <dgm:prSet presAssocID="{72C8B9E6-81C0-4FE8-B49F-8CC54D6E822D}" presName="rootComposite" presStyleCnt="0"/>
      <dgm:spPr/>
    </dgm:pt>
    <dgm:pt modelId="{E6008617-3A85-4262-B9D6-228321714D91}" type="pres">
      <dgm:prSet presAssocID="{72C8B9E6-81C0-4FE8-B49F-8CC54D6E822D}" presName="rootText" presStyleLbl="node3" presStyleIdx="22" presStyleCnt="35">
        <dgm:presLayoutVars>
          <dgm:chPref val="3"/>
        </dgm:presLayoutVars>
      </dgm:prSet>
      <dgm:spPr/>
    </dgm:pt>
    <dgm:pt modelId="{36ACD73C-3ACC-4C57-8DDB-7BB93F6BDD69}" type="pres">
      <dgm:prSet presAssocID="{72C8B9E6-81C0-4FE8-B49F-8CC54D6E822D}" presName="rootConnector" presStyleLbl="node3" presStyleIdx="22" presStyleCnt="35"/>
      <dgm:spPr/>
    </dgm:pt>
    <dgm:pt modelId="{42FA8E86-D652-46AF-935C-1C073BDD98F1}" type="pres">
      <dgm:prSet presAssocID="{72C8B9E6-81C0-4FE8-B49F-8CC54D6E822D}" presName="hierChild4" presStyleCnt="0"/>
      <dgm:spPr/>
    </dgm:pt>
    <dgm:pt modelId="{ECDB74FB-6723-4EFD-B0CC-B3C9EB9F520F}" type="pres">
      <dgm:prSet presAssocID="{72C8B9E6-81C0-4FE8-B49F-8CC54D6E822D}" presName="hierChild5" presStyleCnt="0"/>
      <dgm:spPr/>
    </dgm:pt>
    <dgm:pt modelId="{7A03B576-8FF3-40B3-AB99-D063DFED2583}" type="pres">
      <dgm:prSet presAssocID="{04F01D9E-5DE3-4121-A064-E21FE3C63F9F}" presName="hierChild5" presStyleCnt="0"/>
      <dgm:spPr/>
    </dgm:pt>
    <dgm:pt modelId="{F9E0D45E-E222-4169-B16A-D4032DD9DEA2}" type="pres">
      <dgm:prSet presAssocID="{464E43CA-546D-4FAD-ABF6-23B7F2A82051}" presName="Name37" presStyleLbl="parChTrans1D2" presStyleIdx="4" presStyleCnt="6"/>
      <dgm:spPr/>
    </dgm:pt>
    <dgm:pt modelId="{E4759DA0-DB4F-4C03-AEC4-C84A293CACA5}" type="pres">
      <dgm:prSet presAssocID="{4ABFF98B-78E8-40F2-A2A4-2E4440FA7463}" presName="hierRoot2" presStyleCnt="0">
        <dgm:presLayoutVars>
          <dgm:hierBranch val="init"/>
        </dgm:presLayoutVars>
      </dgm:prSet>
      <dgm:spPr/>
    </dgm:pt>
    <dgm:pt modelId="{516DC3B9-46D0-4B63-B4FF-8A0FE4586E8B}" type="pres">
      <dgm:prSet presAssocID="{4ABFF98B-78E8-40F2-A2A4-2E4440FA7463}" presName="rootComposite" presStyleCnt="0"/>
      <dgm:spPr/>
    </dgm:pt>
    <dgm:pt modelId="{7E4BC112-9593-4EBE-9941-1093B831E316}" type="pres">
      <dgm:prSet presAssocID="{4ABFF98B-78E8-40F2-A2A4-2E4440FA7463}" presName="rootText" presStyleLbl="node2" presStyleIdx="4" presStyleCnt="6">
        <dgm:presLayoutVars>
          <dgm:chPref val="3"/>
        </dgm:presLayoutVars>
      </dgm:prSet>
      <dgm:spPr>
        <a:prstGeom prst="roundRect">
          <a:avLst/>
        </a:prstGeom>
      </dgm:spPr>
    </dgm:pt>
    <dgm:pt modelId="{C8A94D1E-0C98-4989-A0F0-B2B50CAF26C7}" type="pres">
      <dgm:prSet presAssocID="{4ABFF98B-78E8-40F2-A2A4-2E4440FA7463}" presName="rootConnector" presStyleLbl="node2" presStyleIdx="4" presStyleCnt="6"/>
      <dgm:spPr/>
    </dgm:pt>
    <dgm:pt modelId="{E37514F1-09BE-4F69-9BBC-F70631B35C74}" type="pres">
      <dgm:prSet presAssocID="{4ABFF98B-78E8-40F2-A2A4-2E4440FA7463}" presName="hierChild4" presStyleCnt="0"/>
      <dgm:spPr/>
    </dgm:pt>
    <dgm:pt modelId="{27E2D040-37C7-4F89-A002-36EFC7AB5DDB}" type="pres">
      <dgm:prSet presAssocID="{62AEEDF7-2153-40AC-B0AA-40866DA36D84}" presName="Name37" presStyleLbl="parChTrans1D3" presStyleIdx="23" presStyleCnt="35"/>
      <dgm:spPr/>
    </dgm:pt>
    <dgm:pt modelId="{00DA99F2-555F-4400-9469-470FE301168F}" type="pres">
      <dgm:prSet presAssocID="{D63570F5-BBDC-45EF-B333-E59FDC363B95}" presName="hierRoot2" presStyleCnt="0">
        <dgm:presLayoutVars>
          <dgm:hierBranch val="init"/>
        </dgm:presLayoutVars>
      </dgm:prSet>
      <dgm:spPr/>
    </dgm:pt>
    <dgm:pt modelId="{D4AB1133-90C6-4975-9D44-315E381C9D63}" type="pres">
      <dgm:prSet presAssocID="{D63570F5-BBDC-45EF-B333-E59FDC363B95}" presName="rootComposite" presStyleCnt="0"/>
      <dgm:spPr/>
    </dgm:pt>
    <dgm:pt modelId="{4E13A842-01C9-4498-A968-0012D2226B11}" type="pres">
      <dgm:prSet presAssocID="{D63570F5-BBDC-45EF-B333-E59FDC363B95}" presName="rootText" presStyleLbl="node3" presStyleIdx="23" presStyleCnt="35">
        <dgm:presLayoutVars>
          <dgm:chPref val="3"/>
        </dgm:presLayoutVars>
      </dgm:prSet>
      <dgm:spPr/>
    </dgm:pt>
    <dgm:pt modelId="{3F43F458-5C20-46FF-B460-05BC1646BB99}" type="pres">
      <dgm:prSet presAssocID="{D63570F5-BBDC-45EF-B333-E59FDC363B95}" presName="rootConnector" presStyleLbl="node3" presStyleIdx="23" presStyleCnt="35"/>
      <dgm:spPr/>
    </dgm:pt>
    <dgm:pt modelId="{36A2A223-0B41-4A64-B00C-23237521AFC2}" type="pres">
      <dgm:prSet presAssocID="{D63570F5-BBDC-45EF-B333-E59FDC363B95}" presName="hierChild4" presStyleCnt="0"/>
      <dgm:spPr/>
    </dgm:pt>
    <dgm:pt modelId="{78D0FDA8-6FDC-4E51-A8B3-3A199EAA56C1}" type="pres">
      <dgm:prSet presAssocID="{D63570F5-BBDC-45EF-B333-E59FDC363B95}" presName="hierChild5" presStyleCnt="0"/>
      <dgm:spPr/>
    </dgm:pt>
    <dgm:pt modelId="{D8A1697D-FCA6-495C-A55B-6B8D6DCC9479}" type="pres">
      <dgm:prSet presAssocID="{666D2FAB-6805-4069-A0DA-4EAFC69D67B4}" presName="Name37" presStyleLbl="parChTrans1D3" presStyleIdx="24" presStyleCnt="35"/>
      <dgm:spPr/>
    </dgm:pt>
    <dgm:pt modelId="{54E8C7DD-B904-48B0-BC5C-317650D71C1B}" type="pres">
      <dgm:prSet presAssocID="{6D097FC8-502C-478A-ACDD-B775044C18AA}" presName="hierRoot2" presStyleCnt="0">
        <dgm:presLayoutVars>
          <dgm:hierBranch val="init"/>
        </dgm:presLayoutVars>
      </dgm:prSet>
      <dgm:spPr/>
    </dgm:pt>
    <dgm:pt modelId="{0EA43FE6-B852-4BDD-AFCB-0CDD6F66476F}" type="pres">
      <dgm:prSet presAssocID="{6D097FC8-502C-478A-ACDD-B775044C18AA}" presName="rootComposite" presStyleCnt="0"/>
      <dgm:spPr/>
    </dgm:pt>
    <dgm:pt modelId="{E47C4F96-BE50-4A50-B34A-940FAB5A5461}" type="pres">
      <dgm:prSet presAssocID="{6D097FC8-502C-478A-ACDD-B775044C18AA}" presName="rootText" presStyleLbl="node3" presStyleIdx="24" presStyleCnt="35">
        <dgm:presLayoutVars>
          <dgm:chPref val="3"/>
        </dgm:presLayoutVars>
      </dgm:prSet>
      <dgm:spPr/>
    </dgm:pt>
    <dgm:pt modelId="{91E48ABA-4ACD-4DE7-BBBF-3D7AEA28F7A5}" type="pres">
      <dgm:prSet presAssocID="{6D097FC8-502C-478A-ACDD-B775044C18AA}" presName="rootConnector" presStyleLbl="node3" presStyleIdx="24" presStyleCnt="35"/>
      <dgm:spPr/>
    </dgm:pt>
    <dgm:pt modelId="{70AEC0DC-D295-4B80-B5E3-D052712B60A1}" type="pres">
      <dgm:prSet presAssocID="{6D097FC8-502C-478A-ACDD-B775044C18AA}" presName="hierChild4" presStyleCnt="0"/>
      <dgm:spPr/>
    </dgm:pt>
    <dgm:pt modelId="{7533B424-A6F9-466B-8AED-E822F5DD4F9D}" type="pres">
      <dgm:prSet presAssocID="{6D097FC8-502C-478A-ACDD-B775044C18AA}" presName="hierChild5" presStyleCnt="0"/>
      <dgm:spPr/>
    </dgm:pt>
    <dgm:pt modelId="{8711A8C4-7EC9-4DE7-A837-167EB72335B7}" type="pres">
      <dgm:prSet presAssocID="{1CB4CB89-1A0F-4096-81D2-7BD4C878239A}" presName="Name37" presStyleLbl="parChTrans1D3" presStyleIdx="25" presStyleCnt="35"/>
      <dgm:spPr/>
    </dgm:pt>
    <dgm:pt modelId="{B693ADAD-404F-4538-8634-AA741F1BF1D7}" type="pres">
      <dgm:prSet presAssocID="{3835EA40-22FA-4800-B9E8-230063A8F9C4}" presName="hierRoot2" presStyleCnt="0">
        <dgm:presLayoutVars>
          <dgm:hierBranch val="init"/>
        </dgm:presLayoutVars>
      </dgm:prSet>
      <dgm:spPr/>
    </dgm:pt>
    <dgm:pt modelId="{622E6451-8638-49F6-9E82-D0A7A6B47385}" type="pres">
      <dgm:prSet presAssocID="{3835EA40-22FA-4800-B9E8-230063A8F9C4}" presName="rootComposite" presStyleCnt="0"/>
      <dgm:spPr/>
    </dgm:pt>
    <dgm:pt modelId="{D1A9271A-9374-4735-AEAA-71A85C3AEA9C}" type="pres">
      <dgm:prSet presAssocID="{3835EA40-22FA-4800-B9E8-230063A8F9C4}" presName="rootText" presStyleLbl="node3" presStyleIdx="25" presStyleCnt="35">
        <dgm:presLayoutVars>
          <dgm:chPref val="3"/>
        </dgm:presLayoutVars>
      </dgm:prSet>
      <dgm:spPr/>
    </dgm:pt>
    <dgm:pt modelId="{040B0BBB-185A-4A9E-89BA-A60ABE1CE118}" type="pres">
      <dgm:prSet presAssocID="{3835EA40-22FA-4800-B9E8-230063A8F9C4}" presName="rootConnector" presStyleLbl="node3" presStyleIdx="25" presStyleCnt="35"/>
      <dgm:spPr/>
    </dgm:pt>
    <dgm:pt modelId="{E56118AB-5442-4B9F-8049-680E2210E9CC}" type="pres">
      <dgm:prSet presAssocID="{3835EA40-22FA-4800-B9E8-230063A8F9C4}" presName="hierChild4" presStyleCnt="0"/>
      <dgm:spPr/>
    </dgm:pt>
    <dgm:pt modelId="{60439BDB-6D00-4DF8-B626-DBE1ECAA59DF}" type="pres">
      <dgm:prSet presAssocID="{3835EA40-22FA-4800-B9E8-230063A8F9C4}" presName="hierChild5" presStyleCnt="0"/>
      <dgm:spPr/>
    </dgm:pt>
    <dgm:pt modelId="{0FF4CFF5-30E6-4BB0-988E-8AEBE249DF71}" type="pres">
      <dgm:prSet presAssocID="{C905490E-4E5E-4E17-ADCB-85C0DAB4D4EC}" presName="Name37" presStyleLbl="parChTrans1D3" presStyleIdx="26" presStyleCnt="35"/>
      <dgm:spPr/>
    </dgm:pt>
    <dgm:pt modelId="{E1C58C6C-5FAC-4A61-8B00-BD4268B974F6}" type="pres">
      <dgm:prSet presAssocID="{D80524BF-67AD-44BF-95C7-1732F8C8646B}" presName="hierRoot2" presStyleCnt="0">
        <dgm:presLayoutVars>
          <dgm:hierBranch val="init"/>
        </dgm:presLayoutVars>
      </dgm:prSet>
      <dgm:spPr/>
    </dgm:pt>
    <dgm:pt modelId="{52F98700-139A-4422-A0F5-87A3A47734E9}" type="pres">
      <dgm:prSet presAssocID="{D80524BF-67AD-44BF-95C7-1732F8C8646B}" presName="rootComposite" presStyleCnt="0"/>
      <dgm:spPr/>
    </dgm:pt>
    <dgm:pt modelId="{F79FEF78-0A8C-4597-878C-C5E32396D90F}" type="pres">
      <dgm:prSet presAssocID="{D80524BF-67AD-44BF-95C7-1732F8C8646B}" presName="rootText" presStyleLbl="node3" presStyleIdx="26" presStyleCnt="35">
        <dgm:presLayoutVars>
          <dgm:chPref val="3"/>
        </dgm:presLayoutVars>
      </dgm:prSet>
      <dgm:spPr/>
    </dgm:pt>
    <dgm:pt modelId="{696095C3-1A45-455A-9683-988F8F7D112F}" type="pres">
      <dgm:prSet presAssocID="{D80524BF-67AD-44BF-95C7-1732F8C8646B}" presName="rootConnector" presStyleLbl="node3" presStyleIdx="26" presStyleCnt="35"/>
      <dgm:spPr/>
    </dgm:pt>
    <dgm:pt modelId="{12D3474F-7EA2-4565-80CB-BE951CC0334F}" type="pres">
      <dgm:prSet presAssocID="{D80524BF-67AD-44BF-95C7-1732F8C8646B}" presName="hierChild4" presStyleCnt="0"/>
      <dgm:spPr/>
    </dgm:pt>
    <dgm:pt modelId="{84D61EB3-305E-40A3-A9D4-6AD0725C5A94}" type="pres">
      <dgm:prSet presAssocID="{D80524BF-67AD-44BF-95C7-1732F8C8646B}" presName="hierChild5" presStyleCnt="0"/>
      <dgm:spPr/>
    </dgm:pt>
    <dgm:pt modelId="{3BD262F3-F0DD-4E86-9997-86E844F6C704}" type="pres">
      <dgm:prSet presAssocID="{B7228CD7-00FE-4D84-A3A2-B6B511408F4F}" presName="Name37" presStyleLbl="parChTrans1D3" presStyleIdx="27" presStyleCnt="35"/>
      <dgm:spPr/>
    </dgm:pt>
    <dgm:pt modelId="{3842A5BF-5570-4398-A607-B1ACA67A9EF2}" type="pres">
      <dgm:prSet presAssocID="{4C689967-4C3E-453F-9058-45EE6DDA769E}" presName="hierRoot2" presStyleCnt="0">
        <dgm:presLayoutVars>
          <dgm:hierBranch val="init"/>
        </dgm:presLayoutVars>
      </dgm:prSet>
      <dgm:spPr/>
    </dgm:pt>
    <dgm:pt modelId="{F541642A-B8FA-4AE6-95B4-A9504D32CD89}" type="pres">
      <dgm:prSet presAssocID="{4C689967-4C3E-453F-9058-45EE6DDA769E}" presName="rootComposite" presStyleCnt="0"/>
      <dgm:spPr/>
    </dgm:pt>
    <dgm:pt modelId="{976F469F-94B2-46D4-B2C5-1ECE9E5D93C6}" type="pres">
      <dgm:prSet presAssocID="{4C689967-4C3E-453F-9058-45EE6DDA769E}" presName="rootText" presStyleLbl="node3" presStyleIdx="27" presStyleCnt="35">
        <dgm:presLayoutVars>
          <dgm:chPref val="3"/>
        </dgm:presLayoutVars>
      </dgm:prSet>
      <dgm:spPr/>
    </dgm:pt>
    <dgm:pt modelId="{71F96307-3FE2-4FD4-B73E-5FE65D9D6005}" type="pres">
      <dgm:prSet presAssocID="{4C689967-4C3E-453F-9058-45EE6DDA769E}" presName="rootConnector" presStyleLbl="node3" presStyleIdx="27" presStyleCnt="35"/>
      <dgm:spPr/>
    </dgm:pt>
    <dgm:pt modelId="{8631FD18-7D7E-4144-890C-82F197E0C891}" type="pres">
      <dgm:prSet presAssocID="{4C689967-4C3E-453F-9058-45EE6DDA769E}" presName="hierChild4" presStyleCnt="0"/>
      <dgm:spPr/>
    </dgm:pt>
    <dgm:pt modelId="{F47C9F50-091A-4641-BC2D-327E743B57E9}" type="pres">
      <dgm:prSet presAssocID="{4C689967-4C3E-453F-9058-45EE6DDA769E}" presName="hierChild5" presStyleCnt="0"/>
      <dgm:spPr/>
    </dgm:pt>
    <dgm:pt modelId="{ED0D707E-B304-44BC-9C29-966F46A25479}" type="pres">
      <dgm:prSet presAssocID="{F3C26EFC-08DF-43F1-9439-58C355130C55}" presName="Name37" presStyleLbl="parChTrans1D3" presStyleIdx="28" presStyleCnt="35"/>
      <dgm:spPr/>
    </dgm:pt>
    <dgm:pt modelId="{471E9152-ACA7-4BB2-ABC2-E9BD2A8A15D8}" type="pres">
      <dgm:prSet presAssocID="{1B13F292-F105-4A47-8C76-07F52B481226}" presName="hierRoot2" presStyleCnt="0">
        <dgm:presLayoutVars>
          <dgm:hierBranch val="init"/>
        </dgm:presLayoutVars>
      </dgm:prSet>
      <dgm:spPr/>
    </dgm:pt>
    <dgm:pt modelId="{6C8D1C3C-C30F-499F-8453-19059C37EFFF}" type="pres">
      <dgm:prSet presAssocID="{1B13F292-F105-4A47-8C76-07F52B481226}" presName="rootComposite" presStyleCnt="0"/>
      <dgm:spPr/>
    </dgm:pt>
    <dgm:pt modelId="{2E3F7C7A-0023-423F-B041-BC10050E7F57}" type="pres">
      <dgm:prSet presAssocID="{1B13F292-F105-4A47-8C76-07F52B481226}" presName="rootText" presStyleLbl="node3" presStyleIdx="28" presStyleCnt="35">
        <dgm:presLayoutVars>
          <dgm:chPref val="3"/>
        </dgm:presLayoutVars>
      </dgm:prSet>
      <dgm:spPr/>
    </dgm:pt>
    <dgm:pt modelId="{BD3212A5-ED00-427D-92EA-03FA57048861}" type="pres">
      <dgm:prSet presAssocID="{1B13F292-F105-4A47-8C76-07F52B481226}" presName="rootConnector" presStyleLbl="node3" presStyleIdx="28" presStyleCnt="35"/>
      <dgm:spPr/>
    </dgm:pt>
    <dgm:pt modelId="{7BFA66FC-2877-4059-91B9-2B4B13F587F1}" type="pres">
      <dgm:prSet presAssocID="{1B13F292-F105-4A47-8C76-07F52B481226}" presName="hierChild4" presStyleCnt="0"/>
      <dgm:spPr/>
    </dgm:pt>
    <dgm:pt modelId="{25772F0F-51BC-4679-BDB3-769A0C94F2CE}" type="pres">
      <dgm:prSet presAssocID="{1B13F292-F105-4A47-8C76-07F52B481226}" presName="hierChild5" presStyleCnt="0"/>
      <dgm:spPr/>
    </dgm:pt>
    <dgm:pt modelId="{D86BDB15-7F9D-451D-894E-B986A406D2FE}" type="pres">
      <dgm:prSet presAssocID="{4ABFF98B-78E8-40F2-A2A4-2E4440FA7463}" presName="hierChild5" presStyleCnt="0"/>
      <dgm:spPr/>
    </dgm:pt>
    <dgm:pt modelId="{FDD22080-EDEF-48B1-8985-D1A7B67E4568}" type="pres">
      <dgm:prSet presAssocID="{71416009-2246-469E-9A10-D37E1687B164}" presName="Name37" presStyleLbl="parChTrans1D2" presStyleIdx="5" presStyleCnt="6"/>
      <dgm:spPr/>
    </dgm:pt>
    <dgm:pt modelId="{B3779463-E97E-4561-83DA-6859AA3A597E}" type="pres">
      <dgm:prSet presAssocID="{608C354E-3EF7-4DBE-A90E-58757544313B}" presName="hierRoot2" presStyleCnt="0">
        <dgm:presLayoutVars>
          <dgm:hierBranch val="init"/>
        </dgm:presLayoutVars>
      </dgm:prSet>
      <dgm:spPr/>
    </dgm:pt>
    <dgm:pt modelId="{3971D19A-68E4-4EA7-B1C5-B39F69693A10}" type="pres">
      <dgm:prSet presAssocID="{608C354E-3EF7-4DBE-A90E-58757544313B}" presName="rootComposite" presStyleCnt="0"/>
      <dgm:spPr/>
    </dgm:pt>
    <dgm:pt modelId="{A61C0310-05A9-4125-B425-BA647C4D8399}" type="pres">
      <dgm:prSet presAssocID="{608C354E-3EF7-4DBE-A90E-58757544313B}" presName="rootText" presStyleLbl="node2" presStyleIdx="5" presStyleCnt="6">
        <dgm:presLayoutVars>
          <dgm:chPref val="3"/>
        </dgm:presLayoutVars>
      </dgm:prSet>
      <dgm:spPr>
        <a:prstGeom prst="roundRect">
          <a:avLst/>
        </a:prstGeom>
      </dgm:spPr>
    </dgm:pt>
    <dgm:pt modelId="{3B3CAF5B-CBE1-4B24-974B-AE98DD75F436}" type="pres">
      <dgm:prSet presAssocID="{608C354E-3EF7-4DBE-A90E-58757544313B}" presName="rootConnector" presStyleLbl="node2" presStyleIdx="5" presStyleCnt="6"/>
      <dgm:spPr/>
    </dgm:pt>
    <dgm:pt modelId="{BD3E4C93-8BD7-45CA-B032-4844AC88285A}" type="pres">
      <dgm:prSet presAssocID="{608C354E-3EF7-4DBE-A90E-58757544313B}" presName="hierChild4" presStyleCnt="0"/>
      <dgm:spPr/>
    </dgm:pt>
    <dgm:pt modelId="{44B16E91-9616-49AF-B959-F66AFA21452B}" type="pres">
      <dgm:prSet presAssocID="{85F8D66A-9B82-4BF2-95C5-17DD19B4CF56}" presName="Name37" presStyleLbl="parChTrans1D3" presStyleIdx="29" presStyleCnt="35"/>
      <dgm:spPr/>
    </dgm:pt>
    <dgm:pt modelId="{8774CF00-9980-43A8-B20A-7E818FDF38C6}" type="pres">
      <dgm:prSet presAssocID="{ADA27087-BE02-4E1D-82A0-4D54CC61EF3F}" presName="hierRoot2" presStyleCnt="0">
        <dgm:presLayoutVars>
          <dgm:hierBranch val="init"/>
        </dgm:presLayoutVars>
      </dgm:prSet>
      <dgm:spPr/>
    </dgm:pt>
    <dgm:pt modelId="{A61ADF0B-BC3A-497C-A0F2-EA0BE667648C}" type="pres">
      <dgm:prSet presAssocID="{ADA27087-BE02-4E1D-82A0-4D54CC61EF3F}" presName="rootComposite" presStyleCnt="0"/>
      <dgm:spPr/>
    </dgm:pt>
    <dgm:pt modelId="{FC1BE5B8-DDC1-49D1-B015-B2063FFF99F2}" type="pres">
      <dgm:prSet presAssocID="{ADA27087-BE02-4E1D-82A0-4D54CC61EF3F}" presName="rootText" presStyleLbl="node3" presStyleIdx="29" presStyleCnt="35">
        <dgm:presLayoutVars>
          <dgm:chPref val="3"/>
        </dgm:presLayoutVars>
      </dgm:prSet>
      <dgm:spPr/>
    </dgm:pt>
    <dgm:pt modelId="{865938F4-7D69-490B-B62B-FC446FD389F9}" type="pres">
      <dgm:prSet presAssocID="{ADA27087-BE02-4E1D-82A0-4D54CC61EF3F}" presName="rootConnector" presStyleLbl="node3" presStyleIdx="29" presStyleCnt="35"/>
      <dgm:spPr/>
    </dgm:pt>
    <dgm:pt modelId="{72EE4080-286B-42C2-B308-223E98C52DCD}" type="pres">
      <dgm:prSet presAssocID="{ADA27087-BE02-4E1D-82A0-4D54CC61EF3F}" presName="hierChild4" presStyleCnt="0"/>
      <dgm:spPr/>
    </dgm:pt>
    <dgm:pt modelId="{B460B05E-B753-4956-8EE3-2AEE951790A8}" type="pres">
      <dgm:prSet presAssocID="{ADA27087-BE02-4E1D-82A0-4D54CC61EF3F}" presName="hierChild5" presStyleCnt="0"/>
      <dgm:spPr/>
    </dgm:pt>
    <dgm:pt modelId="{F9DCADE6-AE75-4E02-B576-FFAFDF73BCC6}" type="pres">
      <dgm:prSet presAssocID="{0DB95B40-3DC5-4285-8BE8-50951ECB5093}" presName="Name37" presStyleLbl="parChTrans1D3" presStyleIdx="30" presStyleCnt="35"/>
      <dgm:spPr/>
    </dgm:pt>
    <dgm:pt modelId="{5C7CA971-B670-42E5-837F-0608F035AEB8}" type="pres">
      <dgm:prSet presAssocID="{5711F907-51C4-4C58-9AD0-AE02996BD2A4}" presName="hierRoot2" presStyleCnt="0">
        <dgm:presLayoutVars>
          <dgm:hierBranch val="init"/>
        </dgm:presLayoutVars>
      </dgm:prSet>
      <dgm:spPr/>
    </dgm:pt>
    <dgm:pt modelId="{2C974371-5A90-40E4-A650-BD27E1DF5EB6}" type="pres">
      <dgm:prSet presAssocID="{5711F907-51C4-4C58-9AD0-AE02996BD2A4}" presName="rootComposite" presStyleCnt="0"/>
      <dgm:spPr/>
    </dgm:pt>
    <dgm:pt modelId="{23633251-33E0-4B94-A1C9-3FAA4526C0E0}" type="pres">
      <dgm:prSet presAssocID="{5711F907-51C4-4C58-9AD0-AE02996BD2A4}" presName="rootText" presStyleLbl="node3" presStyleIdx="30" presStyleCnt="35">
        <dgm:presLayoutVars>
          <dgm:chPref val="3"/>
        </dgm:presLayoutVars>
      </dgm:prSet>
      <dgm:spPr/>
    </dgm:pt>
    <dgm:pt modelId="{43CEB7BB-30AF-4890-AA04-725E7CAA956E}" type="pres">
      <dgm:prSet presAssocID="{5711F907-51C4-4C58-9AD0-AE02996BD2A4}" presName="rootConnector" presStyleLbl="node3" presStyleIdx="30" presStyleCnt="35"/>
      <dgm:spPr/>
    </dgm:pt>
    <dgm:pt modelId="{CAE9D650-37E4-4520-95B4-B88E026AF762}" type="pres">
      <dgm:prSet presAssocID="{5711F907-51C4-4C58-9AD0-AE02996BD2A4}" presName="hierChild4" presStyleCnt="0"/>
      <dgm:spPr/>
    </dgm:pt>
    <dgm:pt modelId="{2A72FF52-50C8-4EE5-A791-F3E2A695A7E3}" type="pres">
      <dgm:prSet presAssocID="{5711F907-51C4-4C58-9AD0-AE02996BD2A4}" presName="hierChild5" presStyleCnt="0"/>
      <dgm:spPr/>
    </dgm:pt>
    <dgm:pt modelId="{57ADB4E5-1BD8-48F2-93AC-482F57D80683}" type="pres">
      <dgm:prSet presAssocID="{11BED42E-7FAE-419D-8B9A-A87484ADC441}" presName="Name37" presStyleLbl="parChTrans1D3" presStyleIdx="31" presStyleCnt="35"/>
      <dgm:spPr/>
    </dgm:pt>
    <dgm:pt modelId="{370008DA-239D-485D-9284-C8E65C6D13CE}" type="pres">
      <dgm:prSet presAssocID="{89049289-EA3B-4231-8E40-72FA1C02E12B}" presName="hierRoot2" presStyleCnt="0">
        <dgm:presLayoutVars>
          <dgm:hierBranch val="init"/>
        </dgm:presLayoutVars>
      </dgm:prSet>
      <dgm:spPr/>
    </dgm:pt>
    <dgm:pt modelId="{42FB6E38-FC4B-448A-ACBF-3E42D61D0A04}" type="pres">
      <dgm:prSet presAssocID="{89049289-EA3B-4231-8E40-72FA1C02E12B}" presName="rootComposite" presStyleCnt="0"/>
      <dgm:spPr/>
    </dgm:pt>
    <dgm:pt modelId="{D2B7CCAA-5B17-47BA-A7F9-88D9A403A74B}" type="pres">
      <dgm:prSet presAssocID="{89049289-EA3B-4231-8E40-72FA1C02E12B}" presName="rootText" presStyleLbl="node3" presStyleIdx="31" presStyleCnt="35">
        <dgm:presLayoutVars>
          <dgm:chPref val="3"/>
        </dgm:presLayoutVars>
      </dgm:prSet>
      <dgm:spPr/>
    </dgm:pt>
    <dgm:pt modelId="{D72ECF57-7718-4835-B7C1-A82F5391BC82}" type="pres">
      <dgm:prSet presAssocID="{89049289-EA3B-4231-8E40-72FA1C02E12B}" presName="rootConnector" presStyleLbl="node3" presStyleIdx="31" presStyleCnt="35"/>
      <dgm:spPr/>
    </dgm:pt>
    <dgm:pt modelId="{A0918E72-CDF3-4613-A6A7-1DF423F8E23C}" type="pres">
      <dgm:prSet presAssocID="{89049289-EA3B-4231-8E40-72FA1C02E12B}" presName="hierChild4" presStyleCnt="0"/>
      <dgm:spPr/>
    </dgm:pt>
    <dgm:pt modelId="{7982000E-2FDF-4C28-8485-4FC2C5388CEB}" type="pres">
      <dgm:prSet presAssocID="{89049289-EA3B-4231-8E40-72FA1C02E12B}" presName="hierChild5" presStyleCnt="0"/>
      <dgm:spPr/>
    </dgm:pt>
    <dgm:pt modelId="{BA72777D-1D25-4681-A6BB-FA508B4FBFDF}" type="pres">
      <dgm:prSet presAssocID="{3F82942E-8DCA-42F9-9EB6-D4B7562E215A}" presName="Name37" presStyleLbl="parChTrans1D3" presStyleIdx="32" presStyleCnt="35"/>
      <dgm:spPr/>
    </dgm:pt>
    <dgm:pt modelId="{4B0DB416-78E9-4697-B77B-C86BACE34B96}" type="pres">
      <dgm:prSet presAssocID="{14E34C35-E503-4A88-95EF-A90CD69F0A8A}" presName="hierRoot2" presStyleCnt="0">
        <dgm:presLayoutVars>
          <dgm:hierBranch val="init"/>
        </dgm:presLayoutVars>
      </dgm:prSet>
      <dgm:spPr/>
    </dgm:pt>
    <dgm:pt modelId="{CC6984D8-BDD1-4500-B875-58B4F555F599}" type="pres">
      <dgm:prSet presAssocID="{14E34C35-E503-4A88-95EF-A90CD69F0A8A}" presName="rootComposite" presStyleCnt="0"/>
      <dgm:spPr/>
    </dgm:pt>
    <dgm:pt modelId="{4490F882-932D-4880-BC51-FD372DEEC9DE}" type="pres">
      <dgm:prSet presAssocID="{14E34C35-E503-4A88-95EF-A90CD69F0A8A}" presName="rootText" presStyleLbl="node3" presStyleIdx="32" presStyleCnt="35">
        <dgm:presLayoutVars>
          <dgm:chPref val="3"/>
        </dgm:presLayoutVars>
      </dgm:prSet>
      <dgm:spPr/>
    </dgm:pt>
    <dgm:pt modelId="{ADA816B0-0671-4CE7-AE2F-84629E518CFC}" type="pres">
      <dgm:prSet presAssocID="{14E34C35-E503-4A88-95EF-A90CD69F0A8A}" presName="rootConnector" presStyleLbl="node3" presStyleIdx="32" presStyleCnt="35"/>
      <dgm:spPr/>
    </dgm:pt>
    <dgm:pt modelId="{403F6934-35E5-4D71-9A98-B022826C2E73}" type="pres">
      <dgm:prSet presAssocID="{14E34C35-E503-4A88-95EF-A90CD69F0A8A}" presName="hierChild4" presStyleCnt="0"/>
      <dgm:spPr/>
    </dgm:pt>
    <dgm:pt modelId="{073B8C12-5D7A-4BB2-A864-43883198A72F}" type="pres">
      <dgm:prSet presAssocID="{14E34C35-E503-4A88-95EF-A90CD69F0A8A}" presName="hierChild5" presStyleCnt="0"/>
      <dgm:spPr/>
    </dgm:pt>
    <dgm:pt modelId="{03085215-8E8B-4506-AA3C-D54DD00F8E87}" type="pres">
      <dgm:prSet presAssocID="{429DDD92-B072-4D38-BF75-E05028B6343F}" presName="Name37" presStyleLbl="parChTrans1D3" presStyleIdx="33" presStyleCnt="35"/>
      <dgm:spPr/>
    </dgm:pt>
    <dgm:pt modelId="{033CDE1C-CBD0-42C2-BDEF-767C15E6FDE1}" type="pres">
      <dgm:prSet presAssocID="{B7412240-2D49-479E-97BD-72D468FA95BE}" presName="hierRoot2" presStyleCnt="0">
        <dgm:presLayoutVars>
          <dgm:hierBranch val="init"/>
        </dgm:presLayoutVars>
      </dgm:prSet>
      <dgm:spPr/>
    </dgm:pt>
    <dgm:pt modelId="{E5CB8CD3-6E5E-4C1D-9B3D-94C0D2BD5D7A}" type="pres">
      <dgm:prSet presAssocID="{B7412240-2D49-479E-97BD-72D468FA95BE}" presName="rootComposite" presStyleCnt="0"/>
      <dgm:spPr/>
    </dgm:pt>
    <dgm:pt modelId="{48B71DEB-45E3-4DA2-AD72-D1A420A043AA}" type="pres">
      <dgm:prSet presAssocID="{B7412240-2D49-479E-97BD-72D468FA95BE}" presName="rootText" presStyleLbl="node3" presStyleIdx="33" presStyleCnt="35">
        <dgm:presLayoutVars>
          <dgm:chPref val="3"/>
        </dgm:presLayoutVars>
      </dgm:prSet>
      <dgm:spPr/>
    </dgm:pt>
    <dgm:pt modelId="{CD5BE9B4-AE74-465C-A9CD-DAA39FF61163}" type="pres">
      <dgm:prSet presAssocID="{B7412240-2D49-479E-97BD-72D468FA95BE}" presName="rootConnector" presStyleLbl="node3" presStyleIdx="33" presStyleCnt="35"/>
      <dgm:spPr/>
    </dgm:pt>
    <dgm:pt modelId="{C8F2B303-8B4E-4CAB-A2C3-A6836A9A5F70}" type="pres">
      <dgm:prSet presAssocID="{B7412240-2D49-479E-97BD-72D468FA95BE}" presName="hierChild4" presStyleCnt="0"/>
      <dgm:spPr/>
    </dgm:pt>
    <dgm:pt modelId="{938EE32A-259C-4D9D-B9D0-7D90DB34F183}" type="pres">
      <dgm:prSet presAssocID="{B7412240-2D49-479E-97BD-72D468FA95BE}" presName="hierChild5" presStyleCnt="0"/>
      <dgm:spPr/>
    </dgm:pt>
    <dgm:pt modelId="{111B970A-F1A8-4664-B5CD-156D9E2D2A4D}" type="pres">
      <dgm:prSet presAssocID="{708085ED-D99B-4288-A7B6-AD0540B1E869}" presName="Name37" presStyleLbl="parChTrans1D3" presStyleIdx="34" presStyleCnt="35"/>
      <dgm:spPr/>
    </dgm:pt>
    <dgm:pt modelId="{D0EC0315-2E0D-44DE-8A66-4A2919E64A38}" type="pres">
      <dgm:prSet presAssocID="{14929367-BE40-472B-B1C2-37BFD44FDA25}" presName="hierRoot2" presStyleCnt="0">
        <dgm:presLayoutVars>
          <dgm:hierBranch val="init"/>
        </dgm:presLayoutVars>
      </dgm:prSet>
      <dgm:spPr/>
    </dgm:pt>
    <dgm:pt modelId="{C9A7A302-CA31-43B3-8D67-27096142FAAB}" type="pres">
      <dgm:prSet presAssocID="{14929367-BE40-472B-B1C2-37BFD44FDA25}" presName="rootComposite" presStyleCnt="0"/>
      <dgm:spPr/>
    </dgm:pt>
    <dgm:pt modelId="{A1BC0B97-D260-4624-8E9D-95DF7D4C66BD}" type="pres">
      <dgm:prSet presAssocID="{14929367-BE40-472B-B1C2-37BFD44FDA25}" presName="rootText" presStyleLbl="node3" presStyleIdx="34" presStyleCnt="35">
        <dgm:presLayoutVars>
          <dgm:chPref val="3"/>
        </dgm:presLayoutVars>
      </dgm:prSet>
      <dgm:spPr/>
    </dgm:pt>
    <dgm:pt modelId="{2155CFF5-71F6-4BA0-9CE1-9855044A26F8}" type="pres">
      <dgm:prSet presAssocID="{14929367-BE40-472B-B1C2-37BFD44FDA25}" presName="rootConnector" presStyleLbl="node3" presStyleIdx="34" presStyleCnt="35"/>
      <dgm:spPr/>
    </dgm:pt>
    <dgm:pt modelId="{552C692F-8579-47F0-949A-A4E8531415DC}" type="pres">
      <dgm:prSet presAssocID="{14929367-BE40-472B-B1C2-37BFD44FDA25}" presName="hierChild4" presStyleCnt="0"/>
      <dgm:spPr/>
    </dgm:pt>
    <dgm:pt modelId="{BEE8E2E1-1718-4750-88E2-148F5FF930A6}" type="pres">
      <dgm:prSet presAssocID="{14929367-BE40-472B-B1C2-37BFD44FDA25}" presName="hierChild5" presStyleCnt="0"/>
      <dgm:spPr/>
    </dgm:pt>
    <dgm:pt modelId="{5E96BEA9-C27C-43F4-95CA-D7603DBEF5AC}" type="pres">
      <dgm:prSet presAssocID="{608C354E-3EF7-4DBE-A90E-58757544313B}" presName="hierChild5" presStyleCnt="0"/>
      <dgm:spPr/>
    </dgm:pt>
    <dgm:pt modelId="{E9CB882B-3A4B-406E-8F64-5FC8FAF0E013}" type="pres">
      <dgm:prSet presAssocID="{DFBFBEDA-BB7F-4D28-87EA-D69C3EFF5E6D}" presName="hierChild3" presStyleCnt="0"/>
      <dgm:spPr/>
    </dgm:pt>
  </dgm:ptLst>
  <dgm:cxnLst>
    <dgm:cxn modelId="{9D613400-F545-4994-B139-8105623DB26A}" type="presOf" srcId="{CECB25C9-F15B-4B82-AEC2-45F04BE0591C}" destId="{B67E2590-AE3E-4355-B611-241EAAF8BBD4}" srcOrd="0" destOrd="0" presId="urn:microsoft.com/office/officeart/2005/8/layout/orgChart1"/>
    <dgm:cxn modelId="{A868A600-8367-44AD-A026-590BDE156F8A}" type="presOf" srcId="{89049289-EA3B-4231-8E40-72FA1C02E12B}" destId="{D72ECF57-7718-4835-B7C1-A82F5391BC82}" srcOrd="1" destOrd="0" presId="urn:microsoft.com/office/officeart/2005/8/layout/orgChart1"/>
    <dgm:cxn modelId="{B8A01205-ADFC-4EF5-9D16-F959AC512A9A}" type="presOf" srcId="{21350C3A-AF8E-4618-BC0A-32BDB56DDAA3}" destId="{A3D1FDF5-DE82-4E21-8A12-C402633FF4DE}" srcOrd="1" destOrd="0" presId="urn:microsoft.com/office/officeart/2005/8/layout/orgChart1"/>
    <dgm:cxn modelId="{1768A305-2F5A-4B70-9E56-1CA0F65AEF2B}" srcId="{04F01D9E-5DE3-4121-A064-E21FE3C63F9F}" destId="{D1854EC7-58CC-4F2B-B849-0CD9C006D5A9}" srcOrd="2" destOrd="0" parTransId="{FBD64277-ED42-4936-B46C-8358AE08A8CE}" sibTransId="{C74D25E3-3EA5-4519-B5C1-E913C68BB0F1}"/>
    <dgm:cxn modelId="{30482F08-2A0D-454A-97F9-8F8CBEF8A994}" srcId="{DFBFBEDA-BB7F-4D28-87EA-D69C3EFF5E6D}" destId="{4ABFF98B-78E8-40F2-A2A4-2E4440FA7463}" srcOrd="4" destOrd="0" parTransId="{464E43CA-546D-4FAD-ABF6-23B7F2A82051}" sibTransId="{BCDCD911-4E93-4CBC-9E55-2AE2BE6A93B3}"/>
    <dgm:cxn modelId="{D942E50A-DC20-4F1B-A7EE-60F9FFF9D854}" srcId="{EA2B25BB-A9D8-4E43-989E-CDEE2FA51641}" destId="{5029759A-5030-42EC-9B67-111CD88FB273}" srcOrd="3" destOrd="0" parTransId="{D8C7B09B-14F3-420B-BD1C-2B0375B0DCB9}" sibTransId="{58B0BA2E-1278-4E32-8A17-356A0A5C4824}"/>
    <dgm:cxn modelId="{293AF00B-E23F-46A1-B009-EA6F147E3376}" type="presOf" srcId="{1B13F292-F105-4A47-8C76-07F52B481226}" destId="{2E3F7C7A-0023-423F-B041-BC10050E7F57}" srcOrd="0" destOrd="0" presId="urn:microsoft.com/office/officeart/2005/8/layout/orgChart1"/>
    <dgm:cxn modelId="{9974140D-0D39-4C27-ADBC-A6118363C09A}" type="presOf" srcId="{3835EA40-22FA-4800-B9E8-230063A8F9C4}" destId="{040B0BBB-185A-4A9E-89BA-A60ABE1CE118}" srcOrd="1" destOrd="0" presId="urn:microsoft.com/office/officeart/2005/8/layout/orgChart1"/>
    <dgm:cxn modelId="{603B040F-C7C9-4B92-9F67-D3FDE6CA84E2}" srcId="{21350C3A-AF8E-4618-BC0A-32BDB56DDAA3}" destId="{1C6BFB63-2214-4642-8399-AA480C94CCAA}" srcOrd="0" destOrd="0" parTransId="{AB9F9395-EB1B-4E7C-862B-6EBD601E17F4}" sibTransId="{689CFB2F-F13E-4036-90DE-0F2DA3233AF6}"/>
    <dgm:cxn modelId="{FCA44A0F-71D1-41A4-8838-6A5CAB922DF9}" type="presOf" srcId="{4C689967-4C3E-453F-9058-45EE6DDA769E}" destId="{976F469F-94B2-46D4-B2C5-1ECE9E5D93C6}" srcOrd="0" destOrd="0" presId="urn:microsoft.com/office/officeart/2005/8/layout/orgChart1"/>
    <dgm:cxn modelId="{71207A0F-31F8-4F9A-A502-2E724F3610C0}" type="presOf" srcId="{1F2C85AA-D32B-4DC7-A6E8-60F3E9B7F58C}" destId="{F5ADFBD9-CD4D-4254-BE3C-04C2F9E5C21B}" srcOrd="0" destOrd="0" presId="urn:microsoft.com/office/officeart/2005/8/layout/orgChart1"/>
    <dgm:cxn modelId="{55434010-7031-46FD-9DD8-FED1C91E57BA}" type="presOf" srcId="{368F398C-E0CE-4E22-ADEA-F0DE5F2EAC92}" destId="{253C09E8-75DC-493D-B46E-C8399B8633AC}" srcOrd="0" destOrd="0" presId="urn:microsoft.com/office/officeart/2005/8/layout/orgChart1"/>
    <dgm:cxn modelId="{2B9DB510-9829-4AAD-9C09-3BF5F98586DA}" type="presOf" srcId="{A76A1E39-402C-4F8E-B820-00FA17255D52}" destId="{42ECC800-60F3-4D5C-86D2-6F2CA6EA9993}" srcOrd="0" destOrd="0" presId="urn:microsoft.com/office/officeart/2005/8/layout/orgChart1"/>
    <dgm:cxn modelId="{DC7E2311-608E-4919-8007-115ED40E21EB}" srcId="{21350C3A-AF8E-4618-BC0A-32BDB56DDAA3}" destId="{4E7B3C38-ED63-4A4E-A09D-8E27D69553D8}" srcOrd="1" destOrd="0" parTransId="{D70D5A55-B1F7-464F-8338-88C106218FCD}" sibTransId="{9B4436FC-55DF-4FCE-B229-851BFA1EBFD1}"/>
    <dgm:cxn modelId="{6E13C21C-6FCC-465F-A512-678766D06287}" type="presOf" srcId="{71416009-2246-469E-9A10-D37E1687B164}" destId="{FDD22080-EDEF-48B1-8985-D1A7B67E4568}" srcOrd="0" destOrd="0" presId="urn:microsoft.com/office/officeart/2005/8/layout/orgChart1"/>
    <dgm:cxn modelId="{1E7F491D-2432-4FC0-BA0F-6F7705AE03FF}" type="presOf" srcId="{4E7B3C38-ED63-4A4E-A09D-8E27D69553D8}" destId="{0B70E41D-808A-4A71-86A9-E2D3C1644AA5}" srcOrd="1" destOrd="0" presId="urn:microsoft.com/office/officeart/2005/8/layout/orgChart1"/>
    <dgm:cxn modelId="{5CAC261E-96E4-43C4-B026-106BD4935A9F}" type="presOf" srcId="{11BED42E-7FAE-419D-8B9A-A87484ADC441}" destId="{57ADB4E5-1BD8-48F2-93AC-482F57D80683}" srcOrd="0" destOrd="0" presId="urn:microsoft.com/office/officeart/2005/8/layout/orgChart1"/>
    <dgm:cxn modelId="{C06FB520-D19F-46B1-9641-8D022E7BFA6C}" srcId="{21350C3A-AF8E-4618-BC0A-32BDB56DDAA3}" destId="{34302FC2-9824-42E8-A1B6-21F0D4F4E9C9}" srcOrd="8" destOrd="0" parTransId="{F270F575-F6AC-4CAD-9AEB-D0AB904A3FD0}" sibTransId="{8C17E387-FB76-4D90-A926-AD69FA72CF7C}"/>
    <dgm:cxn modelId="{C45D5A21-4D77-49CB-B7BA-FC52891A552B}" type="presOf" srcId="{1C6BFB63-2214-4642-8399-AA480C94CCAA}" destId="{71D3E9E4-3186-483B-ACA8-458E85F94842}" srcOrd="0" destOrd="0" presId="urn:microsoft.com/office/officeart/2005/8/layout/orgChart1"/>
    <dgm:cxn modelId="{11602322-A065-4991-895F-1C394266658D}" type="presOf" srcId="{CE07C746-C740-4CF5-BE6C-6787F3F53541}" destId="{FFB1F665-0E31-4075-9726-A25426DC4445}" srcOrd="0" destOrd="0" presId="urn:microsoft.com/office/officeart/2005/8/layout/orgChart1"/>
    <dgm:cxn modelId="{13322A22-737D-42B9-8B13-EBCB4DBE2D61}" type="presOf" srcId="{6D097FC8-502C-478A-ACDD-B775044C18AA}" destId="{91E48ABA-4ACD-4DE7-BBBF-3D7AEA28F7A5}" srcOrd="1" destOrd="0" presId="urn:microsoft.com/office/officeart/2005/8/layout/orgChart1"/>
    <dgm:cxn modelId="{6CB7B822-9E20-4C09-B8EB-74208D554C26}" type="presOf" srcId="{B7412240-2D49-479E-97BD-72D468FA95BE}" destId="{CD5BE9B4-AE74-465C-A9CD-DAA39FF61163}" srcOrd="1" destOrd="0" presId="urn:microsoft.com/office/officeart/2005/8/layout/orgChart1"/>
    <dgm:cxn modelId="{3250EB22-D324-4502-B1AF-C9601368D13B}" type="presOf" srcId="{BBD81C86-F772-4EC8-A014-521B745702AF}" destId="{A66FD35C-8AC8-4563-B4D6-B4D6FCB6EA58}" srcOrd="1" destOrd="0" presId="urn:microsoft.com/office/officeart/2005/8/layout/orgChart1"/>
    <dgm:cxn modelId="{73F64B27-2D7E-4858-B7BC-59D360B8D6EF}" type="presOf" srcId="{21350C3A-AF8E-4618-BC0A-32BDB56DDAA3}" destId="{4CDF0961-6DE3-48B7-AA28-BFD5DC75057B}" srcOrd="0" destOrd="0" presId="urn:microsoft.com/office/officeart/2005/8/layout/orgChart1"/>
    <dgm:cxn modelId="{3096ED27-5125-435F-B9E1-2FE915C2EF40}" type="presOf" srcId="{F270F575-F6AC-4CAD-9AEB-D0AB904A3FD0}" destId="{A93DE8F0-4299-4549-BAC3-B7A3CA8D4AAC}" srcOrd="0" destOrd="0" presId="urn:microsoft.com/office/officeart/2005/8/layout/orgChart1"/>
    <dgm:cxn modelId="{E210A628-96AC-4436-B301-9CE69BF0B5CF}" type="presOf" srcId="{72C8B9E6-81C0-4FE8-B49F-8CC54D6E822D}" destId="{36ACD73C-3ACC-4C57-8DDB-7BB93F6BDD69}" srcOrd="1" destOrd="0" presId="urn:microsoft.com/office/officeart/2005/8/layout/orgChart1"/>
    <dgm:cxn modelId="{30EA0D2B-F1DE-441D-9EFC-4EE3C1DBD1A2}" type="presOf" srcId="{D63570F5-BBDC-45EF-B333-E59FDC363B95}" destId="{3F43F458-5C20-46FF-B460-05BC1646BB99}" srcOrd="1" destOrd="0" presId="urn:microsoft.com/office/officeart/2005/8/layout/orgChart1"/>
    <dgm:cxn modelId="{30F89C2B-ADC2-4128-8DF8-F0ED0A8B5C6B}" type="presOf" srcId="{8118CBA1-325E-4A1E-BE7C-B913D9BD7633}" destId="{17E02B62-49E6-4F41-A9FC-F3828DD40C74}" srcOrd="0" destOrd="0" presId="urn:microsoft.com/office/officeart/2005/8/layout/orgChart1"/>
    <dgm:cxn modelId="{2BDAC32C-A249-4A0F-91BB-2D3BE4E261E7}" type="presOf" srcId="{D1854EC7-58CC-4F2B-B849-0CD9C006D5A9}" destId="{78A055A9-916E-41C5-B4D3-F004B4A27995}" srcOrd="0" destOrd="0" presId="urn:microsoft.com/office/officeart/2005/8/layout/orgChart1"/>
    <dgm:cxn modelId="{C5CC312F-A8B3-46FA-ADED-48624150AEDF}" type="presOf" srcId="{08118E96-220A-4AD6-9289-847955864998}" destId="{79660244-7068-4561-9705-95A124933AEE}" srcOrd="0" destOrd="0" presId="urn:microsoft.com/office/officeart/2005/8/layout/orgChart1"/>
    <dgm:cxn modelId="{886C3533-868E-4921-8377-2E5CD9561D53}" srcId="{EDB134EF-DE7A-48C9-95A1-EEF981E68462}" destId="{1C98FAB3-79B9-49C7-A349-7705440E6C1B}" srcOrd="0" destOrd="0" parTransId="{F6921FD5-10F7-4A55-993B-45196B8D4A05}" sibTransId="{C8AB9DD6-A37C-4D96-8058-B47EBB274889}"/>
    <dgm:cxn modelId="{698F7033-AAEE-454A-A2EF-EBEB58AECA58}" type="presOf" srcId="{8B8DFA80-AC1E-4F5E-B460-EDF0523389CA}" destId="{51359D01-A1E4-43BD-A51B-C11374DC6CBD}" srcOrd="0" destOrd="0" presId="urn:microsoft.com/office/officeart/2005/8/layout/orgChart1"/>
    <dgm:cxn modelId="{B158C234-3ADA-43D1-B98C-ECB0FA5B28BB}" type="presOf" srcId="{2B44C3BA-FEFA-4021-8F1D-9FDFCB5CA3C6}" destId="{4F7ED734-5EB6-48BF-80DE-353C58AC9963}" srcOrd="1" destOrd="0" presId="urn:microsoft.com/office/officeart/2005/8/layout/orgChart1"/>
    <dgm:cxn modelId="{BC68D736-3C69-43CD-84EA-AA5A42144F7B}" srcId="{21350C3A-AF8E-4618-BC0A-32BDB56DDAA3}" destId="{1F2C85AA-D32B-4DC7-A6E8-60F3E9B7F58C}" srcOrd="3" destOrd="0" parTransId="{37460EC9-6EFB-4507-93F2-41A65503D0D3}" sibTransId="{0FE7886C-82C9-45CF-BA99-C96688E075FD}"/>
    <dgm:cxn modelId="{EB1EFA38-24E1-407F-847C-BAFFAFCC9AB7}" srcId="{EDB134EF-DE7A-48C9-95A1-EEF981E68462}" destId="{5E059F28-72A4-4317-B0F7-1AC74B7C5A8E}" srcOrd="4" destOrd="0" parTransId="{AF537E53-E773-4AF7-82AC-B83D2C9D4C7A}" sibTransId="{CF54AE79-657A-4749-989A-F7F06117330E}"/>
    <dgm:cxn modelId="{0DC19040-2F1B-4717-9AAF-40F5CE051F7F}" type="presOf" srcId="{4E7B23AB-E46C-4749-B308-5BC9387184D4}" destId="{EF98D8BE-5AF7-40D6-A400-7D826567CBC3}" srcOrd="0" destOrd="0" presId="urn:microsoft.com/office/officeart/2005/8/layout/orgChart1"/>
    <dgm:cxn modelId="{18F7D340-CD5C-458D-8761-EC9876DCB44F}" type="presOf" srcId="{ADA27087-BE02-4E1D-82A0-4D54CC61EF3F}" destId="{FC1BE5B8-DDC1-49D1-B015-B2063FFF99F2}" srcOrd="0" destOrd="0" presId="urn:microsoft.com/office/officeart/2005/8/layout/orgChart1"/>
    <dgm:cxn modelId="{E4001C5D-0484-4EC7-A658-140C70FC80CB}" type="presOf" srcId="{9D488DEF-BBB1-411E-93D3-9172A197211A}" destId="{1227A101-6C65-4DBE-B378-828FA3ECB3F7}" srcOrd="1" destOrd="0" presId="urn:microsoft.com/office/officeart/2005/8/layout/orgChart1"/>
    <dgm:cxn modelId="{3214325E-B188-4283-BB4C-390DAA8C3208}" type="presOf" srcId="{04F01D9E-5DE3-4121-A064-E21FE3C63F9F}" destId="{55BB1ACE-4426-44BD-A33C-668B5F5EEB18}" srcOrd="1" destOrd="0" presId="urn:microsoft.com/office/officeart/2005/8/layout/orgChart1"/>
    <dgm:cxn modelId="{C83DFC60-4F31-4028-A183-633C4320F154}" type="presOf" srcId="{14E34C35-E503-4A88-95EF-A90CD69F0A8A}" destId="{4490F882-932D-4880-BC51-FD372DEEC9DE}" srcOrd="0" destOrd="0" presId="urn:microsoft.com/office/officeart/2005/8/layout/orgChart1"/>
    <dgm:cxn modelId="{AE9E9841-60F9-488E-A135-8115263C2D6E}" type="presOf" srcId="{B7A56C4F-5760-4318-9614-B70CC8421673}" destId="{7433EBE2-3E6A-46C5-9CD6-494C8A327E0E}" srcOrd="0" destOrd="0" presId="urn:microsoft.com/office/officeart/2005/8/layout/orgChart1"/>
    <dgm:cxn modelId="{C1E8CA61-F6C5-476B-99FE-D1644F54EDF5}" srcId="{EDB134EF-DE7A-48C9-95A1-EEF981E68462}" destId="{4464DE45-F1E5-4F3A-BC31-C87228A6BC01}" srcOrd="1" destOrd="0" parTransId="{B7A56C4F-5760-4318-9614-B70CC8421673}" sibTransId="{6DBCB801-0AE2-4006-96B8-010E85650CB4}"/>
    <dgm:cxn modelId="{E5FC0C62-F727-469C-8F10-8CAA63F1A84A}" srcId="{4ABFF98B-78E8-40F2-A2A4-2E4440FA7463}" destId="{6D097FC8-502C-478A-ACDD-B775044C18AA}" srcOrd="1" destOrd="0" parTransId="{666D2FAB-6805-4069-A0DA-4EAFC69D67B4}" sibTransId="{D2E50786-D135-481F-AB98-01286DCA5675}"/>
    <dgm:cxn modelId="{AE276063-9742-4E27-847D-6E9FF0159FB8}" type="presOf" srcId="{ADA27087-BE02-4E1D-82A0-4D54CC61EF3F}" destId="{865938F4-7D69-490B-B62B-FC446FD389F9}" srcOrd="1" destOrd="0" presId="urn:microsoft.com/office/officeart/2005/8/layout/orgChart1"/>
    <dgm:cxn modelId="{62CC7246-DCDC-4750-AB6D-BA0D7E182EF5}" type="presOf" srcId="{0DB95B40-3DC5-4285-8BE8-50951ECB5093}" destId="{F9DCADE6-AE75-4E02-B576-FFAFDF73BCC6}" srcOrd="0" destOrd="0" presId="urn:microsoft.com/office/officeart/2005/8/layout/orgChart1"/>
    <dgm:cxn modelId="{4BE83B48-5CD1-43A1-B5D2-6CB68211C287}" type="presOf" srcId="{72C8B9E6-81C0-4FE8-B49F-8CC54D6E822D}" destId="{E6008617-3A85-4262-B9D6-228321714D91}" srcOrd="0" destOrd="0" presId="urn:microsoft.com/office/officeart/2005/8/layout/orgChart1"/>
    <dgm:cxn modelId="{755F4069-A087-4CAB-89EB-D021D673C949}" type="presOf" srcId="{4ABFF98B-78E8-40F2-A2A4-2E4440FA7463}" destId="{7E4BC112-9593-4EBE-9941-1093B831E316}" srcOrd="0" destOrd="0" presId="urn:microsoft.com/office/officeart/2005/8/layout/orgChart1"/>
    <dgm:cxn modelId="{A8388249-6B66-4608-BC6C-05B7C66D2428}" type="presOf" srcId="{7B509BD0-5080-4D68-B550-68191C1094F2}" destId="{33947880-F50A-4CE9-8F1E-86B44DE7F3C7}" srcOrd="0" destOrd="0" presId="urn:microsoft.com/office/officeart/2005/8/layout/orgChart1"/>
    <dgm:cxn modelId="{322C0B4A-8A18-4239-9551-1679045FD6D8}" type="presOf" srcId="{B7412240-2D49-479E-97BD-72D468FA95BE}" destId="{48B71DEB-45E3-4DA2-AD72-D1A420A043AA}" srcOrd="0" destOrd="0" presId="urn:microsoft.com/office/officeart/2005/8/layout/orgChart1"/>
    <dgm:cxn modelId="{0C936B4A-10C5-487F-9ACB-18C63989E8FE}" type="presOf" srcId="{FB729D5A-D358-4E2E-8DED-A1BBB78A1E2F}" destId="{72DB64EF-D03D-461A-90EE-55A0DA5E56B9}" srcOrd="0" destOrd="0" presId="urn:microsoft.com/office/officeart/2005/8/layout/orgChart1"/>
    <dgm:cxn modelId="{23F48E6C-A2D5-486D-BABD-E8F00E46C2F4}" srcId="{608C354E-3EF7-4DBE-A90E-58757544313B}" destId="{B7412240-2D49-479E-97BD-72D468FA95BE}" srcOrd="4" destOrd="0" parTransId="{429DDD92-B072-4D38-BF75-E05028B6343F}" sibTransId="{3B21B5D6-AD04-4237-87D3-A168DA6EA4F3}"/>
    <dgm:cxn modelId="{2FBB7B4D-6210-4C35-B16B-563AE293BEC8}" type="presOf" srcId="{B91BC3B4-32DE-45B1-9F8D-5785A83AA841}" destId="{FD85392E-E761-47EB-9D8B-B1275470E130}" srcOrd="0" destOrd="0" presId="urn:microsoft.com/office/officeart/2005/8/layout/orgChart1"/>
    <dgm:cxn modelId="{B698B96E-9AA3-4CFF-93D4-782F6338B0E4}" type="presOf" srcId="{1F2C85AA-D32B-4DC7-A6E8-60F3E9B7F58C}" destId="{CF626290-D7EE-46B0-BD31-43C10468E11C}" srcOrd="1" destOrd="0" presId="urn:microsoft.com/office/officeart/2005/8/layout/orgChart1"/>
    <dgm:cxn modelId="{9C892C4F-8273-4AAC-ABDC-CB80B2DC7CDE}" type="presOf" srcId="{1AFF4EBD-F4BE-429B-B9C8-227A8A9B85F7}" destId="{7EE36EAB-8EAD-48C0-B4A7-DDF772C6B2EB}" srcOrd="1" destOrd="0" presId="urn:microsoft.com/office/officeart/2005/8/layout/orgChart1"/>
    <dgm:cxn modelId="{1A36D04F-8F5C-4C5A-8A90-ECF0A92A9407}" type="presOf" srcId="{F9840366-57F2-44AC-8B76-A001DA1B248A}" destId="{38C03444-91BA-4404-8498-BFB09264464B}" srcOrd="0" destOrd="0" presId="urn:microsoft.com/office/officeart/2005/8/layout/orgChart1"/>
    <dgm:cxn modelId="{C99D2E70-8561-469F-AE9A-2BB5D6235093}" srcId="{DFBFBEDA-BB7F-4D28-87EA-D69C3EFF5E6D}" destId="{608C354E-3EF7-4DBE-A90E-58757544313B}" srcOrd="5" destOrd="0" parTransId="{71416009-2246-469E-9A10-D37E1687B164}" sibTransId="{19F17B60-DE9F-4F7B-B5FF-CFB438921395}"/>
    <dgm:cxn modelId="{C9B43270-456C-4D50-8C2D-AF6AC6B48B4A}" type="presOf" srcId="{D6467A8F-50EA-47EC-B2B8-27B5270614E7}" destId="{082C545B-C45B-4A20-85FA-6EA39764ED43}" srcOrd="1" destOrd="0" presId="urn:microsoft.com/office/officeart/2005/8/layout/orgChart1"/>
    <dgm:cxn modelId="{40F0BB50-475A-48BB-B687-F31824D6CA6B}" type="presOf" srcId="{3F82942E-8DCA-42F9-9EB6-D4B7562E215A}" destId="{BA72777D-1D25-4681-A6BB-FA508B4FBFDF}" srcOrd="0" destOrd="0" presId="urn:microsoft.com/office/officeart/2005/8/layout/orgChart1"/>
    <dgm:cxn modelId="{8D6CF050-AD09-4032-AB84-0C97671B5963}" type="presOf" srcId="{464E43CA-546D-4FAD-ABF6-23B7F2A82051}" destId="{F9E0D45E-E222-4169-B16A-D4032DD9DEA2}" srcOrd="0" destOrd="0" presId="urn:microsoft.com/office/officeart/2005/8/layout/orgChart1"/>
    <dgm:cxn modelId="{079A3554-E891-470B-81C4-E4F10B60B2E0}" type="presOf" srcId="{04F01D9E-5DE3-4121-A064-E21FE3C63F9F}" destId="{A54E4773-B2A9-4192-ADCB-72E55CAB272F}" srcOrd="0" destOrd="0" presId="urn:microsoft.com/office/officeart/2005/8/layout/orgChart1"/>
    <dgm:cxn modelId="{B78F3D54-C688-4FE2-9054-F27CE4492C66}" type="presOf" srcId="{FBD64277-ED42-4936-B46C-8358AE08A8CE}" destId="{D20534CE-E808-4102-9E46-E793497C8B70}" srcOrd="0" destOrd="0" presId="urn:microsoft.com/office/officeart/2005/8/layout/orgChart1"/>
    <dgm:cxn modelId="{B723CE74-DA42-4420-ABD8-C2BD1E8417A4}" type="presOf" srcId="{1C98FAB3-79B9-49C7-A349-7705440E6C1B}" destId="{FA82EA40-F47B-4E08-8CBB-84447E4B6126}" srcOrd="1" destOrd="0" presId="urn:microsoft.com/office/officeart/2005/8/layout/orgChart1"/>
    <dgm:cxn modelId="{0DBAFF74-F6D2-4F43-9D33-00CA64C68497}" type="presOf" srcId="{8FA67B69-F923-4CA3-AE5A-B8C60817D7C7}" destId="{85160D77-93E4-4181-9D04-9B9DDFE4AD8B}" srcOrd="0" destOrd="0" presId="urn:microsoft.com/office/officeart/2005/8/layout/orgChart1"/>
    <dgm:cxn modelId="{0FE2E555-A373-479E-89C8-33DA9D0E82D0}" srcId="{608C354E-3EF7-4DBE-A90E-58757544313B}" destId="{89049289-EA3B-4231-8E40-72FA1C02E12B}" srcOrd="2" destOrd="0" parTransId="{11BED42E-7FAE-419D-8B9A-A87484ADC441}" sibTransId="{D206F7BC-B3E6-4B71-A626-E941CB22EFED}"/>
    <dgm:cxn modelId="{AB25FB55-EFCB-4AB2-8721-676751B56276}" type="presOf" srcId="{1CB4CB89-1A0F-4096-81D2-7BD4C878239A}" destId="{8711A8C4-7EC9-4DE7-A837-167EB72335B7}" srcOrd="0" destOrd="0" presId="urn:microsoft.com/office/officeart/2005/8/layout/orgChart1"/>
    <dgm:cxn modelId="{56554E56-1649-467D-85BA-B81DBB081F95}" type="presOf" srcId="{5029759A-5030-42EC-9B67-111CD88FB273}" destId="{84F0753B-25AC-4A1C-8293-C0E3901CA01D}" srcOrd="0" destOrd="0" presId="urn:microsoft.com/office/officeart/2005/8/layout/orgChart1"/>
    <dgm:cxn modelId="{5589AA76-9CEB-47D7-A09C-C71550F1FBE9}" type="presOf" srcId="{F6921FD5-10F7-4A55-993B-45196B8D4A05}" destId="{5B42807C-C0C4-4A11-94AB-5C0066D44507}" srcOrd="0" destOrd="0" presId="urn:microsoft.com/office/officeart/2005/8/layout/orgChart1"/>
    <dgm:cxn modelId="{96DCC856-6C74-484B-ABCA-9C8C932C1779}" type="presOf" srcId="{89049289-EA3B-4231-8E40-72FA1C02E12B}" destId="{D2B7CCAA-5B17-47BA-A7F9-88D9A403A74B}" srcOrd="0" destOrd="0" presId="urn:microsoft.com/office/officeart/2005/8/layout/orgChart1"/>
    <dgm:cxn modelId="{011AEA56-3DE4-4D09-B1BB-4AED46BCA56D}" type="presOf" srcId="{14E34C35-E503-4A88-95EF-A90CD69F0A8A}" destId="{ADA816B0-0671-4CE7-AE2F-84629E518CFC}" srcOrd="1" destOrd="0" presId="urn:microsoft.com/office/officeart/2005/8/layout/orgChart1"/>
    <dgm:cxn modelId="{867FEB76-D5B8-467F-B327-DEBC6D63AF2F}" type="presOf" srcId="{BBD81C86-F772-4EC8-A014-521B745702AF}" destId="{DF95F854-B054-450C-BF36-F3B3230CD7F3}" srcOrd="0" destOrd="0" presId="urn:microsoft.com/office/officeart/2005/8/layout/orgChart1"/>
    <dgm:cxn modelId="{6E85EF58-4037-4089-98D7-B6325F1DDD3B}" srcId="{EA2B25BB-A9D8-4E43-989E-CDEE2FA51641}" destId="{1AFF4EBD-F4BE-429B-B9C8-227A8A9B85F7}" srcOrd="0" destOrd="0" parTransId="{CECB25C9-F15B-4B82-AEC2-45F04BE0591C}" sibTransId="{4C3F11A3-E120-4624-A141-23C7A17D5175}"/>
    <dgm:cxn modelId="{45271059-7F71-4D8E-B8FA-E3DFABF6FB19}" type="presOf" srcId="{2B44C3BA-FEFA-4021-8F1D-9FDFCB5CA3C6}" destId="{511C4EFE-49C4-4811-B1E3-50B849BD8654}" srcOrd="0" destOrd="0" presId="urn:microsoft.com/office/officeart/2005/8/layout/orgChart1"/>
    <dgm:cxn modelId="{2E1D7379-00A8-4BE6-8E69-23A001367A33}" type="presOf" srcId="{6D097FC8-502C-478A-ACDD-B775044C18AA}" destId="{E47C4F96-BE50-4A50-B34A-940FAB5A5461}" srcOrd="0" destOrd="0" presId="urn:microsoft.com/office/officeart/2005/8/layout/orgChart1"/>
    <dgm:cxn modelId="{4F059E59-3C60-4529-8833-A790AD963DD2}" srcId="{4ABFF98B-78E8-40F2-A2A4-2E4440FA7463}" destId="{D80524BF-67AD-44BF-95C7-1732F8C8646B}" srcOrd="3" destOrd="0" parTransId="{C905490E-4E5E-4E17-ADCB-85C0DAB4D4EC}" sibTransId="{1FEFB35E-35CB-45DE-8F71-E65B0DDE6730}"/>
    <dgm:cxn modelId="{1102DA59-C557-4875-B675-09FEB1607E19}" type="presOf" srcId="{37C076DB-E817-4468-B1A1-7F91ABED5139}" destId="{2DB5518E-519D-4B77-B513-FCA563249958}" srcOrd="0" destOrd="0" presId="urn:microsoft.com/office/officeart/2005/8/layout/orgChart1"/>
    <dgm:cxn modelId="{B8B6A77A-20B7-4732-8951-D751FBE8E1BC}" srcId="{EDB134EF-DE7A-48C9-95A1-EEF981E68462}" destId="{D6467A8F-50EA-47EC-B2B8-27B5270614E7}" srcOrd="2" destOrd="0" parTransId="{C7D95A86-E501-474F-9632-8C8706AB982A}" sibTransId="{A5667C49-0AE2-4C9B-B3B1-1B3F980D7C1A}"/>
    <dgm:cxn modelId="{FF18D15A-C4C4-443A-9DF6-6F706CE66845}" type="presOf" srcId="{EDB134EF-DE7A-48C9-95A1-EEF981E68462}" destId="{23DC4F1E-7705-42BD-AB28-1E3040E05B1C}" srcOrd="1" destOrd="0" presId="urn:microsoft.com/office/officeart/2005/8/layout/orgChart1"/>
    <dgm:cxn modelId="{721A767F-C8D2-4345-867F-7747A43682FC}" type="presOf" srcId="{AB9F9395-EB1B-4E7C-862B-6EBD601E17F4}" destId="{40EEAFE6-81A6-464D-A4B2-A86365281F2A}" srcOrd="0" destOrd="0" presId="urn:microsoft.com/office/officeart/2005/8/layout/orgChart1"/>
    <dgm:cxn modelId="{E38D0081-541D-4D9E-9180-A334E2F68C77}" type="presOf" srcId="{3835EA40-22FA-4800-B9E8-230063A8F9C4}" destId="{D1A9271A-9374-4735-AEAA-71A85C3AEA9C}" srcOrd="0" destOrd="0" presId="urn:microsoft.com/office/officeart/2005/8/layout/orgChart1"/>
    <dgm:cxn modelId="{065A3E81-347D-40F4-BEB5-AD1C94BFA002}" type="presOf" srcId="{708085ED-D99B-4288-A7B6-AD0540B1E869}" destId="{111B970A-F1A8-4664-B5CD-156D9E2D2A4D}" srcOrd="0" destOrd="0" presId="urn:microsoft.com/office/officeart/2005/8/layout/orgChart1"/>
    <dgm:cxn modelId="{A3CF6381-F142-482A-879A-312FE7A829F4}" type="presOf" srcId="{D80524BF-67AD-44BF-95C7-1732F8C8646B}" destId="{696095C3-1A45-455A-9683-988F8F7D112F}" srcOrd="1" destOrd="0" presId="urn:microsoft.com/office/officeart/2005/8/layout/orgChart1"/>
    <dgm:cxn modelId="{B5656981-7067-4B93-AB0C-0DE408BCE32E}" type="presOf" srcId="{34302FC2-9824-42E8-A1B6-21F0D4F4E9C9}" destId="{AC9D6A0A-9414-432A-A4C4-DB602F76ED3D}" srcOrd="1" destOrd="0" presId="urn:microsoft.com/office/officeart/2005/8/layout/orgChart1"/>
    <dgm:cxn modelId="{D25D4C82-0DFA-445D-9CA9-21C127FD982C}" type="presOf" srcId="{1CFE1D45-82DD-4FD0-AE78-4FF3D33AFB10}" destId="{1B25AB58-1714-484F-8339-4AA34F0C37B9}" srcOrd="0" destOrd="0" presId="urn:microsoft.com/office/officeart/2005/8/layout/orgChart1"/>
    <dgm:cxn modelId="{AAB68F82-3C7A-44A4-95F0-F288D24D53B8}" type="presOf" srcId="{DFBFBEDA-BB7F-4D28-87EA-D69C3EFF5E6D}" destId="{E4A26F82-D785-4CD5-B53D-A3130B3795DA}" srcOrd="1" destOrd="0" presId="urn:microsoft.com/office/officeart/2005/8/layout/orgChart1"/>
    <dgm:cxn modelId="{FDD2CB83-D785-4663-B6F7-71165A47D81D}" srcId="{21350C3A-AF8E-4618-BC0A-32BDB56DDAA3}" destId="{FB729D5A-D358-4E2E-8DED-A1BBB78A1E2F}" srcOrd="6" destOrd="0" parTransId="{08118E96-220A-4AD6-9289-847955864998}" sibTransId="{73587CE8-AF00-4A6C-B8AF-15AE154EE5C2}"/>
    <dgm:cxn modelId="{BB7A0485-E6C4-4EF8-8E55-7B63D43C3E88}" type="presOf" srcId="{14929367-BE40-472B-B1C2-37BFD44FDA25}" destId="{A1BC0B97-D260-4624-8E9D-95DF7D4C66BD}" srcOrd="0" destOrd="0" presId="urn:microsoft.com/office/officeart/2005/8/layout/orgChart1"/>
    <dgm:cxn modelId="{7F26E585-28EA-436D-98FE-56A03CE8DA05}" type="presOf" srcId="{5029759A-5030-42EC-9B67-111CD88FB273}" destId="{5AC8CAE3-4FEB-430F-87B0-50DE85A9C432}" srcOrd="1" destOrd="0" presId="urn:microsoft.com/office/officeart/2005/8/layout/orgChart1"/>
    <dgm:cxn modelId="{3C2D2D86-15B6-459C-9195-A6EC4BDD2F9D}" type="presOf" srcId="{C7D95A86-E501-474F-9632-8C8706AB982A}" destId="{3E59B2E4-96DF-4E06-B21D-876AD97BBB12}" srcOrd="0" destOrd="0" presId="urn:microsoft.com/office/officeart/2005/8/layout/orgChart1"/>
    <dgm:cxn modelId="{D9F2378C-8A63-4B4C-BC47-6EAACE9DBFA7}" type="presOf" srcId="{34302FC2-9824-42E8-A1B6-21F0D4F4E9C9}" destId="{B933504F-CDD4-4C1B-B464-23A404A197FB}" srcOrd="0" destOrd="0" presId="urn:microsoft.com/office/officeart/2005/8/layout/orgChart1"/>
    <dgm:cxn modelId="{349A5A8C-264C-4CED-A38D-16B35B3650F1}" srcId="{EA2B25BB-A9D8-4E43-989E-CDEE2FA51641}" destId="{7B509BD0-5080-4D68-B550-68191C1094F2}" srcOrd="2" destOrd="0" parTransId="{1D40B5E6-4899-4202-BDBF-7E10BD7DA31D}" sibTransId="{BF34CDFA-0142-414D-A082-4D986B3AA63C}"/>
    <dgm:cxn modelId="{EBB3818C-F2BC-481A-A72F-B1C42AEB3BA7}" type="presOf" srcId="{F49B38AF-0DB1-4CA7-8DA9-446536F6D4A7}" destId="{8B405EB8-C2D3-47D2-85D2-C453BF930BEA}" srcOrd="0" destOrd="0" presId="urn:microsoft.com/office/officeart/2005/8/layout/orgChart1"/>
    <dgm:cxn modelId="{11C2AC8C-8649-4758-A865-AB720B5C390C}" type="presOf" srcId="{85F8D66A-9B82-4BF2-95C5-17DD19B4CF56}" destId="{44B16E91-9616-49AF-B959-F66AFA21452B}" srcOrd="0" destOrd="0" presId="urn:microsoft.com/office/officeart/2005/8/layout/orgChart1"/>
    <dgm:cxn modelId="{5553648E-2998-456E-8EED-86595002CD1C}" type="presOf" srcId="{FB729D5A-D358-4E2E-8DED-A1BBB78A1E2F}" destId="{A19641F9-7139-4751-A1C7-CBD21AD8CF8C}" srcOrd="1" destOrd="0" presId="urn:microsoft.com/office/officeart/2005/8/layout/orgChart1"/>
    <dgm:cxn modelId="{4D480293-A8B4-4C1D-BF0F-C00B32E48F08}" type="presOf" srcId="{F3C26EFC-08DF-43F1-9439-58C355130C55}" destId="{ED0D707E-B304-44BC-9C29-966F46A25479}" srcOrd="0" destOrd="0" presId="urn:microsoft.com/office/officeart/2005/8/layout/orgChart1"/>
    <dgm:cxn modelId="{06B67993-9DEF-4A9D-A647-2A068EFD7FC3}" type="presOf" srcId="{608C354E-3EF7-4DBE-A90E-58757544313B}" destId="{3B3CAF5B-CBE1-4B24-974B-AE98DD75F436}" srcOrd="1" destOrd="0" presId="urn:microsoft.com/office/officeart/2005/8/layout/orgChart1"/>
    <dgm:cxn modelId="{1E5B0F94-C996-4BA6-B207-EF552F7CB4DC}" type="presOf" srcId="{14929367-BE40-472B-B1C2-37BFD44FDA25}" destId="{2155CFF5-71F6-4BA0-9CE1-9855044A26F8}" srcOrd="1" destOrd="0" presId="urn:microsoft.com/office/officeart/2005/8/layout/orgChart1"/>
    <dgm:cxn modelId="{E4958194-75FF-4FF5-85BA-72C47AA92FCD}" type="presOf" srcId="{C81738FB-853F-4BD2-AB41-3AB00FD50933}" destId="{0453E154-1AB3-4A7A-8C92-8FF40E4FF3AC}" srcOrd="0" destOrd="0" presId="urn:microsoft.com/office/officeart/2005/8/layout/orgChart1"/>
    <dgm:cxn modelId="{E97ABC94-2555-4A2C-B581-4B81640C61FF}" type="presOf" srcId="{9D488DEF-BBB1-411E-93D3-9172A197211A}" destId="{F9B8AC90-41E1-4329-B47A-5D137C076308}" srcOrd="0" destOrd="0" presId="urn:microsoft.com/office/officeart/2005/8/layout/orgChart1"/>
    <dgm:cxn modelId="{FA77DF94-06CC-4EE1-AC8E-C1571ABEDC84}" type="presOf" srcId="{E132E4E8-C00E-4E55-B71F-FE53CEE9BAF2}" destId="{244A72B9-D174-42F8-9E71-652C012DF8DB}" srcOrd="0" destOrd="0" presId="urn:microsoft.com/office/officeart/2005/8/layout/orgChart1"/>
    <dgm:cxn modelId="{50C10E96-4CA7-4FAA-99A6-89381AF9C90F}" type="presOf" srcId="{5711F907-51C4-4C58-9AD0-AE02996BD2A4}" destId="{23633251-33E0-4B94-A1C9-3FAA4526C0E0}" srcOrd="0" destOrd="0" presId="urn:microsoft.com/office/officeart/2005/8/layout/orgChart1"/>
    <dgm:cxn modelId="{B12D4398-4A7F-49E6-A378-6A9FA47CB7F5}" type="presOf" srcId="{E773790B-152D-4D0D-B54A-9B500FAAF76D}" destId="{61DB6D60-55CE-4007-A3D9-81F8EC810899}" srcOrd="1" destOrd="0" presId="urn:microsoft.com/office/officeart/2005/8/layout/orgChart1"/>
    <dgm:cxn modelId="{CF45409E-7DEF-4FAB-9E76-2FE6830B07BE}" type="presOf" srcId="{7E137621-EC33-432B-AE8D-9152BF53712E}" destId="{107D7B08-C77F-4EA8-B03E-22A43F08B0FC}" srcOrd="1" destOrd="0" presId="urn:microsoft.com/office/officeart/2005/8/layout/orgChart1"/>
    <dgm:cxn modelId="{6AC2E39E-5254-4811-AB7D-680203C3B74E}" srcId="{21350C3A-AF8E-4618-BC0A-32BDB56DDAA3}" destId="{BBD81C86-F772-4EC8-A014-521B745702AF}" srcOrd="2" destOrd="0" parTransId="{C97694E2-B33C-4A55-9EAA-6CD159FAE8AD}" sibTransId="{FEB2DA0F-F401-4FF1-99EF-89F85AA80CA7}"/>
    <dgm:cxn modelId="{EE545CA1-0630-47A3-8177-CF1D2A86700E}" type="presOf" srcId="{DBBF168E-6A68-499B-A1F8-9D5921351BD4}" destId="{49B60F02-2A6C-4277-AC6F-9BA227F293F9}" srcOrd="0" destOrd="0" presId="urn:microsoft.com/office/officeart/2005/8/layout/orgChart1"/>
    <dgm:cxn modelId="{669781A3-0FD8-4097-9970-362D8E17B006}" srcId="{EA2B25BB-A9D8-4E43-989E-CDEE2FA51641}" destId="{E773790B-152D-4D0D-B54A-9B500FAAF76D}" srcOrd="1" destOrd="0" parTransId="{8B8DFA80-AC1E-4F5E-B460-EDF0523389CA}" sibTransId="{BEA8BDF4-EF50-47A0-AADB-58B870233AD2}"/>
    <dgm:cxn modelId="{6EA26DA4-5DAB-45D8-9DC8-D8B12586413B}" type="presOf" srcId="{666D2FAB-6805-4069-A0DA-4EAFC69D67B4}" destId="{D8A1697D-FCA6-495C-A55B-6B8D6DCC9479}" srcOrd="0" destOrd="0" presId="urn:microsoft.com/office/officeart/2005/8/layout/orgChart1"/>
    <dgm:cxn modelId="{0CA49AA4-FC8E-410F-936B-388B7A4FF884}" type="presOf" srcId="{1C6BFB63-2214-4642-8399-AA480C94CCAA}" destId="{87934A83-64AC-4EE8-90C8-DBC33AD088D5}" srcOrd="1" destOrd="0" presId="urn:microsoft.com/office/officeart/2005/8/layout/orgChart1"/>
    <dgm:cxn modelId="{E174CFA7-D2A6-43F1-9D22-1FE1FE4590F4}" srcId="{04F01D9E-5DE3-4121-A064-E21FE3C63F9F}" destId="{72C8B9E6-81C0-4FE8-B49F-8CC54D6E822D}" srcOrd="4" destOrd="0" parTransId="{8FA67B69-F923-4CA3-AE5A-B8C60817D7C7}" sibTransId="{3502F14A-3270-4DEA-AEC9-A898980104CC}"/>
    <dgm:cxn modelId="{0CF8EAA9-30CF-4D19-B39E-62CA9C0F3793}" type="presOf" srcId="{E773790B-152D-4D0D-B54A-9B500FAAF76D}" destId="{647FC27E-E241-43AE-A032-BD4EFD5B1031}" srcOrd="0" destOrd="0" presId="urn:microsoft.com/office/officeart/2005/8/layout/orgChart1"/>
    <dgm:cxn modelId="{CD5F8CAA-2C51-4E99-A96E-F1C663446874}" srcId="{608C354E-3EF7-4DBE-A90E-58757544313B}" destId="{ADA27087-BE02-4E1D-82A0-4D54CC61EF3F}" srcOrd="0" destOrd="0" parTransId="{85F8D66A-9B82-4BF2-95C5-17DD19B4CF56}" sibTransId="{3703C291-193A-497B-A337-C3C4EB2F3AC5}"/>
    <dgm:cxn modelId="{DD2D81AB-EDE5-4308-AAEA-9B26B170525E}" type="presOf" srcId="{7E137621-EC33-432B-AE8D-9152BF53712E}" destId="{C18D9EBF-A1E2-416E-9E20-5E4DB0C3C6FB}" srcOrd="0" destOrd="0" presId="urn:microsoft.com/office/officeart/2005/8/layout/orgChart1"/>
    <dgm:cxn modelId="{93E9B3AB-F8B7-42D4-BC8B-FE6E1DD090ED}" type="presOf" srcId="{5E059F28-72A4-4317-B0F7-1AC74B7C5A8E}" destId="{FAA035CB-E806-4F3F-BBEB-58A0BB331E86}" srcOrd="0" destOrd="0" presId="urn:microsoft.com/office/officeart/2005/8/layout/orgChart1"/>
    <dgm:cxn modelId="{F772C7AB-B473-4BE1-9756-D267720C038B}" srcId="{04F01D9E-5DE3-4121-A064-E21FE3C63F9F}" destId="{2B44C3BA-FEFA-4021-8F1D-9FDFCB5CA3C6}" srcOrd="1" destOrd="0" parTransId="{C81738FB-853F-4BD2-AB41-3AB00FD50933}" sibTransId="{E39A0D45-9350-42A4-BA85-9AA4C882ACC6}"/>
    <dgm:cxn modelId="{51CFC9AC-16F7-4AB0-9D8A-EC54BA61B843}" type="presOf" srcId="{EDB134EF-DE7A-48C9-95A1-EEF981E68462}" destId="{4C9B8C19-D51F-4519-9461-DD8651FB6DD7}" srcOrd="0" destOrd="0" presId="urn:microsoft.com/office/officeart/2005/8/layout/orgChart1"/>
    <dgm:cxn modelId="{4ED3D4AC-4A35-425F-A03E-6F7BB479246A}" srcId="{4ABFF98B-78E8-40F2-A2A4-2E4440FA7463}" destId="{3835EA40-22FA-4800-B9E8-230063A8F9C4}" srcOrd="2" destOrd="0" parTransId="{1CB4CB89-1A0F-4096-81D2-7BD4C878239A}" sibTransId="{99AE8C48-E210-4560-9A9C-572DD4382DAE}"/>
    <dgm:cxn modelId="{2A2033AE-57DC-412D-9C19-57A8CC75FCFA}" type="presOf" srcId="{1C98FAB3-79B9-49C7-A349-7705440E6C1B}" destId="{707A7EAF-7024-4186-9ABA-AA7D74CB8367}" srcOrd="0" destOrd="0" presId="urn:microsoft.com/office/officeart/2005/8/layout/orgChart1"/>
    <dgm:cxn modelId="{8E2869B1-9F49-4879-94E2-1E392EF9F481}" type="presOf" srcId="{368F398C-E0CE-4E22-ADEA-F0DE5F2EAC92}" destId="{437EBA6B-54F5-49CE-9672-E70F258B8CEB}" srcOrd="1" destOrd="0" presId="urn:microsoft.com/office/officeart/2005/8/layout/orgChart1"/>
    <dgm:cxn modelId="{61270FB2-3F6C-4211-8CDC-21BDB9FC9E02}" type="presOf" srcId="{D1854EC7-58CC-4F2B-B849-0CD9C006D5A9}" destId="{B23F24D6-53A1-49D8-AB86-2CF5922AFDF0}" srcOrd="1" destOrd="0" presId="urn:microsoft.com/office/officeart/2005/8/layout/orgChart1"/>
    <dgm:cxn modelId="{348DD4B3-4BFB-4AD1-8DAC-D437EEB37AE5}" type="presOf" srcId="{D63570F5-BBDC-45EF-B333-E59FDC363B95}" destId="{4E13A842-01C9-4498-A968-0012D2226B11}" srcOrd="0" destOrd="0" presId="urn:microsoft.com/office/officeart/2005/8/layout/orgChart1"/>
    <dgm:cxn modelId="{4F1B7BB6-6D42-484E-8392-6761678A759B}" type="presOf" srcId="{AF537E53-E773-4AF7-82AC-B83D2C9D4C7A}" destId="{230B777C-D32A-428C-8B54-1B8586EB5C63}" srcOrd="0" destOrd="0" presId="urn:microsoft.com/office/officeart/2005/8/layout/orgChart1"/>
    <dgm:cxn modelId="{D2A671B9-ED34-42D7-9439-B20D74DA955F}" type="presOf" srcId="{608C354E-3EF7-4DBE-A90E-58757544313B}" destId="{A61C0310-05A9-4125-B425-BA647C4D8399}" srcOrd="0" destOrd="0" presId="urn:microsoft.com/office/officeart/2005/8/layout/orgChart1"/>
    <dgm:cxn modelId="{D53171BB-CD25-4C89-9214-C00551F92615}" srcId="{DFBFBEDA-BB7F-4D28-87EA-D69C3EFF5E6D}" destId="{EDB134EF-DE7A-48C9-95A1-EEF981E68462}" srcOrd="0" destOrd="0" parTransId="{29881426-7F74-46DA-8429-8F9EB96BA7E4}" sibTransId="{758A9849-087F-45D8-BC8E-142952D199E9}"/>
    <dgm:cxn modelId="{DD271DBE-5CF4-4E78-96F8-41F685579658}" type="presOf" srcId="{29881426-7F74-46DA-8429-8F9EB96BA7E4}" destId="{9A04F7AE-07E2-4F50-B999-3624BA7F1A1C}" srcOrd="0" destOrd="0" presId="urn:microsoft.com/office/officeart/2005/8/layout/orgChart1"/>
    <dgm:cxn modelId="{60BC64C0-3A19-4546-84A0-5D9B29EBE362}" srcId="{4ABFF98B-78E8-40F2-A2A4-2E4440FA7463}" destId="{D63570F5-BBDC-45EF-B333-E59FDC363B95}" srcOrd="0" destOrd="0" parTransId="{62AEEDF7-2153-40AC-B0AA-40866DA36D84}" sibTransId="{F45EE109-26C5-462A-B67E-F4FCDF515CC2}"/>
    <dgm:cxn modelId="{C28157C5-E50C-48FD-BB2A-E5E61065AFD1}" type="presOf" srcId="{1774AFC3-E76F-4FC8-8F78-CFA4A4D43990}" destId="{C15945FF-748B-4D65-B757-E668193A5C3B}" srcOrd="1" destOrd="0" presId="urn:microsoft.com/office/officeart/2005/8/layout/orgChart1"/>
    <dgm:cxn modelId="{18E9EFCA-BD76-4F65-A06E-820CBCBA983C}" srcId="{04F01D9E-5DE3-4121-A064-E21FE3C63F9F}" destId="{1774AFC3-E76F-4FC8-8F78-CFA4A4D43990}" srcOrd="0" destOrd="0" parTransId="{F9840366-57F2-44AC-8B76-A001DA1B248A}" sibTransId="{C1D03E09-33AF-4AD0-AB52-36A146FE6F39}"/>
    <dgm:cxn modelId="{D0A048CC-7543-4E9C-84C9-AB45CEFFD8BB}" srcId="{608C354E-3EF7-4DBE-A90E-58757544313B}" destId="{14929367-BE40-472B-B1C2-37BFD44FDA25}" srcOrd="5" destOrd="0" parTransId="{708085ED-D99B-4288-A7B6-AD0540B1E869}" sibTransId="{7EAACC7A-8A97-43C0-A152-45FFB50A63AD}"/>
    <dgm:cxn modelId="{39E930CD-A682-4611-ACC2-E84919065445}" type="presOf" srcId="{B7228CD7-00FE-4D84-A3A2-B6B511408F4F}" destId="{3BD262F3-F0DD-4E86-9997-86E844F6C704}" srcOrd="0" destOrd="0" presId="urn:microsoft.com/office/officeart/2005/8/layout/orgChart1"/>
    <dgm:cxn modelId="{C06113CF-EE0C-4E17-BF8A-8BA9A8D21EDF}" type="presOf" srcId="{4464DE45-F1E5-4F3A-BC31-C87228A6BC01}" destId="{9DDC44A1-1FA2-49B4-A88E-A951C0EDEA4D}" srcOrd="1" destOrd="0" presId="urn:microsoft.com/office/officeart/2005/8/layout/orgChart1"/>
    <dgm:cxn modelId="{F9A9A0CF-7E1B-41EB-AF52-FB11CC0F804A}" type="presOf" srcId="{DFBFBEDA-BB7F-4D28-87EA-D69C3EFF5E6D}" destId="{224E8EB8-695A-4165-8D26-67BD1BCC2DEF}" srcOrd="0" destOrd="0" presId="urn:microsoft.com/office/officeart/2005/8/layout/orgChart1"/>
    <dgm:cxn modelId="{2689CED0-D95A-4555-8FC9-D6C8391DBF60}" srcId="{DFBFBEDA-BB7F-4D28-87EA-D69C3EFF5E6D}" destId="{04F01D9E-5DE3-4121-A064-E21FE3C63F9F}" srcOrd="3" destOrd="0" parTransId="{CE07C746-C740-4CF5-BE6C-6787F3F53541}" sibTransId="{AB97171D-B455-4251-9757-BA0F8AB7BE44}"/>
    <dgm:cxn modelId="{78700CD1-9A9A-4347-9905-05593CACFCAF}" type="presOf" srcId="{429DDD92-B072-4D38-BF75-E05028B6343F}" destId="{03085215-8E8B-4506-AA3C-D54DD00F8E87}" srcOrd="0" destOrd="0" presId="urn:microsoft.com/office/officeart/2005/8/layout/orgChart1"/>
    <dgm:cxn modelId="{ABF177D2-8200-48D9-8B1F-3E8A3A29F147}" srcId="{04F01D9E-5DE3-4121-A064-E21FE3C63F9F}" destId="{D7B9B5A6-C17D-4798-8395-218A6944E945}" srcOrd="3" destOrd="0" parTransId="{DBBF168E-6A68-499B-A1F8-9D5921351BD4}" sibTransId="{2AC4A99F-4504-4426-BB25-96050D3D5FF8}"/>
    <dgm:cxn modelId="{DEEC7FD2-72CB-4782-9CFF-F11CEC1E1A5B}" type="presOf" srcId="{F49B38AF-0DB1-4CA7-8DA9-446536F6D4A7}" destId="{A638F884-98F3-4351-8262-8EA19773A341}" srcOrd="1" destOrd="0" presId="urn:microsoft.com/office/officeart/2005/8/layout/orgChart1"/>
    <dgm:cxn modelId="{7A6A8CD2-515C-4AD5-86E5-157E144E0E16}" type="presOf" srcId="{EA2B25BB-A9D8-4E43-989E-CDEE2FA51641}" destId="{62F31DFE-C1CE-4155-A808-6A83232442B4}" srcOrd="1" destOrd="0" presId="urn:microsoft.com/office/officeart/2005/8/layout/orgChart1"/>
    <dgm:cxn modelId="{1CCEC8D2-BC71-4148-82A5-14A4E5FA9385}" srcId="{4ABFF98B-78E8-40F2-A2A4-2E4440FA7463}" destId="{1B13F292-F105-4A47-8C76-07F52B481226}" srcOrd="5" destOrd="0" parTransId="{F3C26EFC-08DF-43F1-9439-58C355130C55}" sibTransId="{3CBB5B30-C347-4FC0-9EDE-4FF8DFBE961A}"/>
    <dgm:cxn modelId="{E8E4DED2-0893-423F-8814-853F08E905C7}" type="presOf" srcId="{D70D5A55-B1F7-464F-8338-88C106218FCD}" destId="{47754AB5-C73B-445B-AEC1-9C9208EEAFA8}" srcOrd="0" destOrd="0" presId="urn:microsoft.com/office/officeart/2005/8/layout/orgChart1"/>
    <dgm:cxn modelId="{511A17D3-C08C-4542-AFBF-23BE726DBE6C}" type="presOf" srcId="{C905490E-4E5E-4E17-ADCB-85C0DAB4D4EC}" destId="{0FF4CFF5-30E6-4BB0-988E-8AEBE249DF71}" srcOrd="0" destOrd="0" presId="urn:microsoft.com/office/officeart/2005/8/layout/orgChart1"/>
    <dgm:cxn modelId="{CBBF27D7-D414-4053-A1DE-291F110D5543}" type="presOf" srcId="{4E7B3C38-ED63-4A4E-A09D-8E27D69553D8}" destId="{CE217152-2E37-423A-9E9D-1D02B00FD218}" srcOrd="0" destOrd="0" presId="urn:microsoft.com/office/officeart/2005/8/layout/orgChart1"/>
    <dgm:cxn modelId="{B39DB6D7-CB1D-4A2C-8015-CA70888DA0E2}" type="presOf" srcId="{5E059F28-72A4-4317-B0F7-1AC74B7C5A8E}" destId="{CB5C3014-8C57-4E7F-AA69-74D371345290}" srcOrd="1" destOrd="0" presId="urn:microsoft.com/office/officeart/2005/8/layout/orgChart1"/>
    <dgm:cxn modelId="{A42189D8-F0A5-45E1-B080-481C2B5EE2F1}" type="presOf" srcId="{D80524BF-67AD-44BF-95C7-1732F8C8646B}" destId="{F79FEF78-0A8C-4597-878C-C5E32396D90F}" srcOrd="0" destOrd="0" presId="urn:microsoft.com/office/officeart/2005/8/layout/orgChart1"/>
    <dgm:cxn modelId="{F13D40DA-1BA6-4CF5-9AB3-0D8D9C26F872}" srcId="{608C354E-3EF7-4DBE-A90E-58757544313B}" destId="{5711F907-51C4-4C58-9AD0-AE02996BD2A4}" srcOrd="1" destOrd="0" parTransId="{0DB95B40-3DC5-4285-8BE8-50951ECB5093}" sibTransId="{EC6958B7-82D1-4950-86E5-A6EA892950F5}"/>
    <dgm:cxn modelId="{41E4E4E0-FE70-4CA0-9E90-F732D00B1FD9}" type="presOf" srcId="{D8C7B09B-14F3-420B-BD1C-2B0375B0DCB9}" destId="{666E4D0F-8B0E-43E5-B02F-3E8240560F8B}" srcOrd="0" destOrd="0" presId="urn:microsoft.com/office/officeart/2005/8/layout/orgChart1"/>
    <dgm:cxn modelId="{33CB99E1-A834-43AC-8D45-8F80A533FF83}" type="presOf" srcId="{4464DE45-F1E5-4F3A-BC31-C87228A6BC01}" destId="{1DD42153-D8D1-486B-A2E1-838A09092E52}" srcOrd="0" destOrd="0" presId="urn:microsoft.com/office/officeart/2005/8/layout/orgChart1"/>
    <dgm:cxn modelId="{3C21C8E1-76A4-4158-B5BB-D648030B4B51}" type="presOf" srcId="{1AFF4EBD-F4BE-429B-B9C8-227A8A9B85F7}" destId="{344CCAEF-0646-4A32-9496-57FA3D860582}" srcOrd="0" destOrd="0" presId="urn:microsoft.com/office/officeart/2005/8/layout/orgChart1"/>
    <dgm:cxn modelId="{8462AAE2-8AB9-4A07-BC36-3E35CFF0B752}" type="presOf" srcId="{D7B9B5A6-C17D-4798-8395-218A6944E945}" destId="{36BD3B09-BFB6-4CA7-8D7D-7BA15D483B55}" srcOrd="1" destOrd="0" presId="urn:microsoft.com/office/officeart/2005/8/layout/orgChart1"/>
    <dgm:cxn modelId="{FA08B9E2-5C34-483B-B730-B68796FA1D17}" srcId="{21350C3A-AF8E-4618-BC0A-32BDB56DDAA3}" destId="{368F398C-E0CE-4E22-ADEA-F0DE5F2EAC92}" srcOrd="4" destOrd="0" parTransId="{1CFE1D45-82DD-4FD0-AE78-4FF3D33AFB10}" sibTransId="{079A4292-0C6D-4C08-A059-D8DEC5F360D3}"/>
    <dgm:cxn modelId="{3C35DDE2-6C43-4285-A7B0-CB7B47FAD119}" type="presOf" srcId="{C97694E2-B33C-4A55-9EAA-6CD159FAE8AD}" destId="{27E03E5D-B0F6-44BD-A36D-6B411B10F9C3}" srcOrd="0" destOrd="0" presId="urn:microsoft.com/office/officeart/2005/8/layout/orgChart1"/>
    <dgm:cxn modelId="{C68B9DE3-D27A-4004-A6E1-7B39F57027DD}" type="presOf" srcId="{1B13F292-F105-4A47-8C76-07F52B481226}" destId="{BD3212A5-ED00-427D-92EA-03FA57048861}" srcOrd="1" destOrd="0" presId="urn:microsoft.com/office/officeart/2005/8/layout/orgChart1"/>
    <dgm:cxn modelId="{A14608E4-4AC1-4CA8-B371-5A9CBBD41CF8}" srcId="{4ABFF98B-78E8-40F2-A2A4-2E4440FA7463}" destId="{4C689967-4C3E-453F-9058-45EE6DDA769E}" srcOrd="4" destOrd="0" parTransId="{B7228CD7-00FE-4D84-A3A2-B6B511408F4F}" sibTransId="{C3103676-A33B-4DFE-9C68-897A4F7CAB9C}"/>
    <dgm:cxn modelId="{AC68C9E4-D987-4E05-AF92-F4681733C798}" srcId="{608C354E-3EF7-4DBE-A90E-58757544313B}" destId="{14E34C35-E503-4A88-95EF-A90CD69F0A8A}" srcOrd="3" destOrd="0" parTransId="{3F82942E-8DCA-42F9-9EB6-D4B7562E215A}" sibTransId="{9501C705-77BE-48A0-A3EF-3497FF0ED78C}"/>
    <dgm:cxn modelId="{CC9CEEE4-C654-4169-9CFA-7928E89F6A46}" type="presOf" srcId="{1D40B5E6-4899-4202-BDBF-7E10BD7DA31D}" destId="{5307A0B7-49AB-4285-80D8-72C137CA6335}" srcOrd="0" destOrd="0" presId="urn:microsoft.com/office/officeart/2005/8/layout/orgChart1"/>
    <dgm:cxn modelId="{AE410AE5-B6C3-4F40-A153-431AA8304454}" srcId="{A76A1E39-402C-4F8E-B820-00FA17255D52}" destId="{DFBFBEDA-BB7F-4D28-87EA-D69C3EFF5E6D}" srcOrd="0" destOrd="0" parTransId="{24AE8854-84C0-4A6E-BDBC-D0BD400A3222}" sibTransId="{07ED6087-04F9-4FD0-BCB0-0D055A732F10}"/>
    <dgm:cxn modelId="{430BA0E5-5F48-42EC-A05A-D4320EBE9D45}" type="presOf" srcId="{EA2B25BB-A9D8-4E43-989E-CDEE2FA51641}" destId="{30190A39-8C89-44FD-B9A3-222C3D84823A}" srcOrd="0" destOrd="0" presId="urn:microsoft.com/office/officeart/2005/8/layout/orgChart1"/>
    <dgm:cxn modelId="{E38AE0E6-5508-41C5-813D-A3523BE40E91}" type="presOf" srcId="{5711F907-51C4-4C58-9AD0-AE02996BD2A4}" destId="{43CEB7BB-30AF-4890-AA04-725E7CAA956E}" srcOrd="1" destOrd="0" presId="urn:microsoft.com/office/officeart/2005/8/layout/orgChart1"/>
    <dgm:cxn modelId="{664D7BE7-B1CA-4530-B248-2867A76B8CD5}" type="presOf" srcId="{4C689967-4C3E-453F-9058-45EE6DDA769E}" destId="{71F96307-3FE2-4FD4-B73E-5FE65D9D6005}" srcOrd="1" destOrd="0" presId="urn:microsoft.com/office/officeart/2005/8/layout/orgChart1"/>
    <dgm:cxn modelId="{26B2D3E8-A271-4194-A94B-97C2415E156A}" type="presOf" srcId="{1774AFC3-E76F-4FC8-8F78-CFA4A4D43990}" destId="{9C7A2D5B-96A1-4CE9-89BC-2AE895371D04}" srcOrd="0" destOrd="0" presId="urn:microsoft.com/office/officeart/2005/8/layout/orgChart1"/>
    <dgm:cxn modelId="{DF6943E9-0379-46EF-AF34-1599C0EB44B2}" srcId="{21350C3A-AF8E-4618-BC0A-32BDB56DDAA3}" destId="{7E137621-EC33-432B-AE8D-9152BF53712E}" srcOrd="5" destOrd="0" parTransId="{37C076DB-E817-4468-B1A1-7F91ABED5139}" sibTransId="{0BA87DEA-315B-4675-A71D-451874C0058B}"/>
    <dgm:cxn modelId="{483C23EA-ACD0-4D63-B966-7DC21DF66E01}" srcId="{EDB134EF-DE7A-48C9-95A1-EEF981E68462}" destId="{9D488DEF-BBB1-411E-93D3-9172A197211A}" srcOrd="3" destOrd="0" parTransId="{8118CBA1-325E-4A1E-BE7C-B913D9BD7633}" sibTransId="{55D0A6EA-7417-401E-A2D4-4294434FA904}"/>
    <dgm:cxn modelId="{E8C8D0EE-8571-43C2-A91F-4B6F4478DEE2}" type="presOf" srcId="{7B509BD0-5080-4D68-B550-68191C1094F2}" destId="{BD8B620C-082F-46C0-9AA3-662D5F03C1B7}" srcOrd="1" destOrd="0" presId="urn:microsoft.com/office/officeart/2005/8/layout/orgChart1"/>
    <dgm:cxn modelId="{302CF5EE-F1B0-4213-97F9-819431EBACB5}" srcId="{DFBFBEDA-BB7F-4D28-87EA-D69C3EFF5E6D}" destId="{EA2B25BB-A9D8-4E43-989E-CDEE2FA51641}" srcOrd="2" destOrd="0" parTransId="{E132E4E8-C00E-4E55-B71F-FE53CEE9BAF2}" sibTransId="{E4351BE7-47EC-41A9-8653-0B028301E9C3}"/>
    <dgm:cxn modelId="{362FBBF3-7717-43AC-B37A-018BBE638B47}" srcId="{DFBFBEDA-BB7F-4D28-87EA-D69C3EFF5E6D}" destId="{21350C3A-AF8E-4618-BC0A-32BDB56DDAA3}" srcOrd="1" destOrd="0" parTransId="{B91BC3B4-32DE-45B1-9F8D-5785A83AA841}" sibTransId="{0C7D0ACF-B889-4A94-9B1F-B50FD208CAC3}"/>
    <dgm:cxn modelId="{A6D366F6-80D8-412A-A32D-D9AAB66BF787}" type="presOf" srcId="{D6467A8F-50EA-47EC-B2B8-27B5270614E7}" destId="{054D5A40-7733-46CB-86EE-E4DF84A2430F}" srcOrd="0" destOrd="0" presId="urn:microsoft.com/office/officeart/2005/8/layout/orgChart1"/>
    <dgm:cxn modelId="{85F016F8-67F7-4786-955E-7A3791079A68}" type="presOf" srcId="{D7B9B5A6-C17D-4798-8395-218A6944E945}" destId="{B55B2A50-92E8-4E40-ACE4-7534BB17BC0B}" srcOrd="0" destOrd="0" presId="urn:microsoft.com/office/officeart/2005/8/layout/orgChart1"/>
    <dgm:cxn modelId="{7CC9E3F8-E3A1-44AC-B2F0-FCC1A7BEA2EF}" type="presOf" srcId="{37460EC9-6EFB-4507-93F2-41A65503D0D3}" destId="{9174BD62-F397-4DFD-9B15-F1B80DA4916F}" srcOrd="0" destOrd="0" presId="urn:microsoft.com/office/officeart/2005/8/layout/orgChart1"/>
    <dgm:cxn modelId="{ED9086F9-F186-4D42-9CCE-24BE14119B7C}" type="presOf" srcId="{62AEEDF7-2153-40AC-B0AA-40866DA36D84}" destId="{27E2D040-37C7-4F89-A002-36EFC7AB5DDB}" srcOrd="0" destOrd="0" presId="urn:microsoft.com/office/officeart/2005/8/layout/orgChart1"/>
    <dgm:cxn modelId="{46620EFB-6E75-4922-A09B-AD506B3A2EF3}" srcId="{21350C3A-AF8E-4618-BC0A-32BDB56DDAA3}" destId="{F49B38AF-0DB1-4CA7-8DA9-446536F6D4A7}" srcOrd="7" destOrd="0" parTransId="{4E7B23AB-E46C-4749-B308-5BC9387184D4}" sibTransId="{533C641C-7E04-4CA3-9D22-8B87D1FAA7B1}"/>
    <dgm:cxn modelId="{EA99BFFB-6977-497D-8532-D1400EDF37BF}" type="presOf" srcId="{4ABFF98B-78E8-40F2-A2A4-2E4440FA7463}" destId="{C8A94D1E-0C98-4989-A0F0-B2B50CAF26C7}" srcOrd="1" destOrd="0" presId="urn:microsoft.com/office/officeart/2005/8/layout/orgChart1"/>
    <dgm:cxn modelId="{B679D417-4BB6-424F-85F2-3A07B78E6EFE}" type="presParOf" srcId="{42ECC800-60F3-4D5C-86D2-6F2CA6EA9993}" destId="{B852CADE-69E5-4C51-8933-70A179696DE7}" srcOrd="0" destOrd="0" presId="urn:microsoft.com/office/officeart/2005/8/layout/orgChart1"/>
    <dgm:cxn modelId="{987DF465-BE0F-48C2-A162-8EDD5AAF9200}" type="presParOf" srcId="{B852CADE-69E5-4C51-8933-70A179696DE7}" destId="{4B8AA1C2-A45C-48FB-9176-2836E4B653C2}" srcOrd="0" destOrd="0" presId="urn:microsoft.com/office/officeart/2005/8/layout/orgChart1"/>
    <dgm:cxn modelId="{96B1CB22-CB97-468C-92B2-DBBE9180F3D6}" type="presParOf" srcId="{4B8AA1C2-A45C-48FB-9176-2836E4B653C2}" destId="{224E8EB8-695A-4165-8D26-67BD1BCC2DEF}" srcOrd="0" destOrd="0" presId="urn:microsoft.com/office/officeart/2005/8/layout/orgChart1"/>
    <dgm:cxn modelId="{599C5630-0003-40F3-925F-DDCB2A321817}" type="presParOf" srcId="{4B8AA1C2-A45C-48FB-9176-2836E4B653C2}" destId="{E4A26F82-D785-4CD5-B53D-A3130B3795DA}" srcOrd="1" destOrd="0" presId="urn:microsoft.com/office/officeart/2005/8/layout/orgChart1"/>
    <dgm:cxn modelId="{0CD252EB-4952-478A-935F-6E46AB438541}" type="presParOf" srcId="{B852CADE-69E5-4C51-8933-70A179696DE7}" destId="{4A2487FE-BCB3-4CE8-BE91-3D9699FFB6FB}" srcOrd="1" destOrd="0" presId="urn:microsoft.com/office/officeart/2005/8/layout/orgChart1"/>
    <dgm:cxn modelId="{C5A84275-3704-4FB7-B031-847C0B8D16BE}" type="presParOf" srcId="{4A2487FE-BCB3-4CE8-BE91-3D9699FFB6FB}" destId="{9A04F7AE-07E2-4F50-B999-3624BA7F1A1C}" srcOrd="0" destOrd="0" presId="urn:microsoft.com/office/officeart/2005/8/layout/orgChart1"/>
    <dgm:cxn modelId="{AC721A6B-E2E9-48B5-A6FA-5E04A1093438}" type="presParOf" srcId="{4A2487FE-BCB3-4CE8-BE91-3D9699FFB6FB}" destId="{6B96D0D3-5AD6-4AFD-9BAA-75BC7B393CF0}" srcOrd="1" destOrd="0" presId="urn:microsoft.com/office/officeart/2005/8/layout/orgChart1"/>
    <dgm:cxn modelId="{48D4A8F6-D289-4578-A53C-F0C44122D007}" type="presParOf" srcId="{6B96D0D3-5AD6-4AFD-9BAA-75BC7B393CF0}" destId="{0A8BDF16-217D-48A2-9F77-C2570DE4B375}" srcOrd="0" destOrd="0" presId="urn:microsoft.com/office/officeart/2005/8/layout/orgChart1"/>
    <dgm:cxn modelId="{B41E5CDB-568E-4EB4-97F0-36C8F8CC77A4}" type="presParOf" srcId="{0A8BDF16-217D-48A2-9F77-C2570DE4B375}" destId="{4C9B8C19-D51F-4519-9461-DD8651FB6DD7}" srcOrd="0" destOrd="0" presId="urn:microsoft.com/office/officeart/2005/8/layout/orgChart1"/>
    <dgm:cxn modelId="{4DAA1BB6-2C11-467F-9561-07B51EFE31F7}" type="presParOf" srcId="{0A8BDF16-217D-48A2-9F77-C2570DE4B375}" destId="{23DC4F1E-7705-42BD-AB28-1E3040E05B1C}" srcOrd="1" destOrd="0" presId="urn:microsoft.com/office/officeart/2005/8/layout/orgChart1"/>
    <dgm:cxn modelId="{9D951247-26F6-4EC6-9995-09E6598F3FD9}" type="presParOf" srcId="{6B96D0D3-5AD6-4AFD-9BAA-75BC7B393CF0}" destId="{63123C08-7CD2-4700-8D76-B189DB4CF462}" srcOrd="1" destOrd="0" presId="urn:microsoft.com/office/officeart/2005/8/layout/orgChart1"/>
    <dgm:cxn modelId="{EAED04AB-D981-435E-9254-A530E726A8F9}" type="presParOf" srcId="{63123C08-7CD2-4700-8D76-B189DB4CF462}" destId="{5B42807C-C0C4-4A11-94AB-5C0066D44507}" srcOrd="0" destOrd="0" presId="urn:microsoft.com/office/officeart/2005/8/layout/orgChart1"/>
    <dgm:cxn modelId="{15ABD5E0-5DA3-44ED-A88F-B26EC9A245BD}" type="presParOf" srcId="{63123C08-7CD2-4700-8D76-B189DB4CF462}" destId="{620035B4-4E0B-4B98-985E-F8B3C63742A4}" srcOrd="1" destOrd="0" presId="urn:microsoft.com/office/officeart/2005/8/layout/orgChart1"/>
    <dgm:cxn modelId="{4A50114C-0BE7-4EE7-858D-FA024E9095B3}" type="presParOf" srcId="{620035B4-4E0B-4B98-985E-F8B3C63742A4}" destId="{55E452AE-9C92-4225-9B05-2AAA5E788561}" srcOrd="0" destOrd="0" presId="urn:microsoft.com/office/officeart/2005/8/layout/orgChart1"/>
    <dgm:cxn modelId="{A884EE07-2F77-4893-A47D-73D797C533BF}" type="presParOf" srcId="{55E452AE-9C92-4225-9B05-2AAA5E788561}" destId="{707A7EAF-7024-4186-9ABA-AA7D74CB8367}" srcOrd="0" destOrd="0" presId="urn:microsoft.com/office/officeart/2005/8/layout/orgChart1"/>
    <dgm:cxn modelId="{54424499-7D47-462D-A2ED-80BA61EB40EC}" type="presParOf" srcId="{55E452AE-9C92-4225-9B05-2AAA5E788561}" destId="{FA82EA40-F47B-4E08-8CBB-84447E4B6126}" srcOrd="1" destOrd="0" presId="urn:microsoft.com/office/officeart/2005/8/layout/orgChart1"/>
    <dgm:cxn modelId="{0C700FC7-5748-4B7F-87B8-EB4FD1F029F0}" type="presParOf" srcId="{620035B4-4E0B-4B98-985E-F8B3C63742A4}" destId="{3FD7E2DC-F42C-40B7-9C8B-78894D83A181}" srcOrd="1" destOrd="0" presId="urn:microsoft.com/office/officeart/2005/8/layout/orgChart1"/>
    <dgm:cxn modelId="{52E1633C-3C73-4F6B-80D9-174CB9B62093}" type="presParOf" srcId="{620035B4-4E0B-4B98-985E-F8B3C63742A4}" destId="{8D99CE49-79A8-495A-B724-87ECCC4D9A78}" srcOrd="2" destOrd="0" presId="urn:microsoft.com/office/officeart/2005/8/layout/orgChart1"/>
    <dgm:cxn modelId="{F96C89C6-E69D-40C6-BCB1-BCD50B9C1EF7}" type="presParOf" srcId="{63123C08-7CD2-4700-8D76-B189DB4CF462}" destId="{7433EBE2-3E6A-46C5-9CD6-494C8A327E0E}" srcOrd="2" destOrd="0" presId="urn:microsoft.com/office/officeart/2005/8/layout/orgChart1"/>
    <dgm:cxn modelId="{32B60648-64F1-4DF7-8CF7-C4FE4AA84D7D}" type="presParOf" srcId="{63123C08-7CD2-4700-8D76-B189DB4CF462}" destId="{57DB33EA-0340-48CA-9C62-28A50A4E194F}" srcOrd="3" destOrd="0" presId="urn:microsoft.com/office/officeart/2005/8/layout/orgChart1"/>
    <dgm:cxn modelId="{DF14107C-A81E-42D1-9804-21EB1CFC29DC}" type="presParOf" srcId="{57DB33EA-0340-48CA-9C62-28A50A4E194F}" destId="{30010572-52EA-4082-9220-2B2C166CB8E1}" srcOrd="0" destOrd="0" presId="urn:microsoft.com/office/officeart/2005/8/layout/orgChart1"/>
    <dgm:cxn modelId="{EE986D46-E6D4-4EF2-A94F-1924B0C06A86}" type="presParOf" srcId="{30010572-52EA-4082-9220-2B2C166CB8E1}" destId="{1DD42153-D8D1-486B-A2E1-838A09092E52}" srcOrd="0" destOrd="0" presId="urn:microsoft.com/office/officeart/2005/8/layout/orgChart1"/>
    <dgm:cxn modelId="{C8F28D57-5A5A-40A5-89C3-AFDF8FF139F7}" type="presParOf" srcId="{30010572-52EA-4082-9220-2B2C166CB8E1}" destId="{9DDC44A1-1FA2-49B4-A88E-A951C0EDEA4D}" srcOrd="1" destOrd="0" presId="urn:microsoft.com/office/officeart/2005/8/layout/orgChart1"/>
    <dgm:cxn modelId="{B6A70311-FBD8-4F76-AF6F-BC5B75B7FA96}" type="presParOf" srcId="{57DB33EA-0340-48CA-9C62-28A50A4E194F}" destId="{34FA570B-02CC-4A14-BB2A-A839C1D9609D}" srcOrd="1" destOrd="0" presId="urn:microsoft.com/office/officeart/2005/8/layout/orgChart1"/>
    <dgm:cxn modelId="{0FA06BF7-A72F-41F1-BD5C-095583EDADE5}" type="presParOf" srcId="{57DB33EA-0340-48CA-9C62-28A50A4E194F}" destId="{7F317546-3943-4A20-B99B-40DF479E4FB0}" srcOrd="2" destOrd="0" presId="urn:microsoft.com/office/officeart/2005/8/layout/orgChart1"/>
    <dgm:cxn modelId="{B48F4419-09B3-4727-81D5-E9972D6C068D}" type="presParOf" srcId="{63123C08-7CD2-4700-8D76-B189DB4CF462}" destId="{3E59B2E4-96DF-4E06-B21D-876AD97BBB12}" srcOrd="4" destOrd="0" presId="urn:microsoft.com/office/officeart/2005/8/layout/orgChart1"/>
    <dgm:cxn modelId="{0CA1BA76-5B56-453D-BF57-47D796559E09}" type="presParOf" srcId="{63123C08-7CD2-4700-8D76-B189DB4CF462}" destId="{9E62BC09-F986-4713-9EB5-90B74BE36E8B}" srcOrd="5" destOrd="0" presId="urn:microsoft.com/office/officeart/2005/8/layout/orgChart1"/>
    <dgm:cxn modelId="{16EA03B2-4E48-44C9-BBD6-0CD44CCF424C}" type="presParOf" srcId="{9E62BC09-F986-4713-9EB5-90B74BE36E8B}" destId="{0E8D0764-774B-4D93-A90C-6CC50F97F769}" srcOrd="0" destOrd="0" presId="urn:microsoft.com/office/officeart/2005/8/layout/orgChart1"/>
    <dgm:cxn modelId="{0265FBBB-6744-4EA5-B764-B7D1A2331EC8}" type="presParOf" srcId="{0E8D0764-774B-4D93-A90C-6CC50F97F769}" destId="{054D5A40-7733-46CB-86EE-E4DF84A2430F}" srcOrd="0" destOrd="0" presId="urn:microsoft.com/office/officeart/2005/8/layout/orgChart1"/>
    <dgm:cxn modelId="{2F388DC9-7EEE-4AF3-86A8-25256C0596E8}" type="presParOf" srcId="{0E8D0764-774B-4D93-A90C-6CC50F97F769}" destId="{082C545B-C45B-4A20-85FA-6EA39764ED43}" srcOrd="1" destOrd="0" presId="urn:microsoft.com/office/officeart/2005/8/layout/orgChart1"/>
    <dgm:cxn modelId="{5805744C-1301-49ED-BB6C-43F6459C1667}" type="presParOf" srcId="{9E62BC09-F986-4713-9EB5-90B74BE36E8B}" destId="{6F8CDF0B-91A2-4D81-8FFA-92F411BE8EDC}" srcOrd="1" destOrd="0" presId="urn:microsoft.com/office/officeart/2005/8/layout/orgChart1"/>
    <dgm:cxn modelId="{5EA88831-E46B-4F16-84CA-25B61DA5E6C8}" type="presParOf" srcId="{9E62BC09-F986-4713-9EB5-90B74BE36E8B}" destId="{6698618A-E6F1-41FE-AA9E-ADF330207227}" srcOrd="2" destOrd="0" presId="urn:microsoft.com/office/officeart/2005/8/layout/orgChart1"/>
    <dgm:cxn modelId="{15EF4130-DDB7-4335-9C47-8EA3D15D05DB}" type="presParOf" srcId="{63123C08-7CD2-4700-8D76-B189DB4CF462}" destId="{17E02B62-49E6-4F41-A9FC-F3828DD40C74}" srcOrd="6" destOrd="0" presId="urn:microsoft.com/office/officeart/2005/8/layout/orgChart1"/>
    <dgm:cxn modelId="{014D9586-D033-457D-8855-320018E7EC2A}" type="presParOf" srcId="{63123C08-7CD2-4700-8D76-B189DB4CF462}" destId="{BAB1B7A6-44EB-4248-8B89-0E6A29B426C6}" srcOrd="7" destOrd="0" presId="urn:microsoft.com/office/officeart/2005/8/layout/orgChart1"/>
    <dgm:cxn modelId="{2A1FD9E8-5892-4B5E-B8A4-99A13E5465FD}" type="presParOf" srcId="{BAB1B7A6-44EB-4248-8B89-0E6A29B426C6}" destId="{E20C83B3-C706-4341-9668-9F7899B472CE}" srcOrd="0" destOrd="0" presId="urn:microsoft.com/office/officeart/2005/8/layout/orgChart1"/>
    <dgm:cxn modelId="{4BB664AC-A9D8-4431-B018-470350B580CC}" type="presParOf" srcId="{E20C83B3-C706-4341-9668-9F7899B472CE}" destId="{F9B8AC90-41E1-4329-B47A-5D137C076308}" srcOrd="0" destOrd="0" presId="urn:microsoft.com/office/officeart/2005/8/layout/orgChart1"/>
    <dgm:cxn modelId="{4957EEB6-11FE-447C-8F4D-361309913E0B}" type="presParOf" srcId="{E20C83B3-C706-4341-9668-9F7899B472CE}" destId="{1227A101-6C65-4DBE-B378-828FA3ECB3F7}" srcOrd="1" destOrd="0" presId="urn:microsoft.com/office/officeart/2005/8/layout/orgChart1"/>
    <dgm:cxn modelId="{0322AAD8-D845-48DA-B56C-BDBA32EAAA70}" type="presParOf" srcId="{BAB1B7A6-44EB-4248-8B89-0E6A29B426C6}" destId="{756CE38F-1C68-48CB-B015-08679E79A6D4}" srcOrd="1" destOrd="0" presId="urn:microsoft.com/office/officeart/2005/8/layout/orgChart1"/>
    <dgm:cxn modelId="{9682DE95-452C-4EEC-B95A-770B55063182}" type="presParOf" srcId="{BAB1B7A6-44EB-4248-8B89-0E6A29B426C6}" destId="{E78FC956-4175-4234-B58C-70F6C5797635}" srcOrd="2" destOrd="0" presId="urn:microsoft.com/office/officeart/2005/8/layout/orgChart1"/>
    <dgm:cxn modelId="{9E17103D-7CE0-4336-9AD4-D201FC06293B}" type="presParOf" srcId="{63123C08-7CD2-4700-8D76-B189DB4CF462}" destId="{230B777C-D32A-428C-8B54-1B8586EB5C63}" srcOrd="8" destOrd="0" presId="urn:microsoft.com/office/officeart/2005/8/layout/orgChart1"/>
    <dgm:cxn modelId="{A1A65DB5-BDAD-401D-8637-DB960470216A}" type="presParOf" srcId="{63123C08-7CD2-4700-8D76-B189DB4CF462}" destId="{07326820-EBA3-49DE-9A82-CFBBB0ABEF4B}" srcOrd="9" destOrd="0" presId="urn:microsoft.com/office/officeart/2005/8/layout/orgChart1"/>
    <dgm:cxn modelId="{C8EE8FA1-7848-4A6F-9804-D231868A4973}" type="presParOf" srcId="{07326820-EBA3-49DE-9A82-CFBBB0ABEF4B}" destId="{DCC4A173-552B-4FB5-BCDF-0CB403A59B6C}" srcOrd="0" destOrd="0" presId="urn:microsoft.com/office/officeart/2005/8/layout/orgChart1"/>
    <dgm:cxn modelId="{D823BC64-981C-465D-9601-0D562596C1C6}" type="presParOf" srcId="{DCC4A173-552B-4FB5-BCDF-0CB403A59B6C}" destId="{FAA035CB-E806-4F3F-BBEB-58A0BB331E86}" srcOrd="0" destOrd="0" presId="urn:microsoft.com/office/officeart/2005/8/layout/orgChart1"/>
    <dgm:cxn modelId="{5D3CE4BF-8354-40C6-9BE0-CDB32C3B1573}" type="presParOf" srcId="{DCC4A173-552B-4FB5-BCDF-0CB403A59B6C}" destId="{CB5C3014-8C57-4E7F-AA69-74D371345290}" srcOrd="1" destOrd="0" presId="urn:microsoft.com/office/officeart/2005/8/layout/orgChart1"/>
    <dgm:cxn modelId="{F4EF90B2-196A-42F3-8464-4BCD635A6592}" type="presParOf" srcId="{07326820-EBA3-49DE-9A82-CFBBB0ABEF4B}" destId="{B7E0B6AE-3F6A-420E-84B8-3444C8F083E1}" srcOrd="1" destOrd="0" presId="urn:microsoft.com/office/officeart/2005/8/layout/orgChart1"/>
    <dgm:cxn modelId="{EC426B21-6CE6-42FC-8613-2F0690A37AB6}" type="presParOf" srcId="{07326820-EBA3-49DE-9A82-CFBBB0ABEF4B}" destId="{27791711-D097-481A-8484-B1AF76973F83}" srcOrd="2" destOrd="0" presId="urn:microsoft.com/office/officeart/2005/8/layout/orgChart1"/>
    <dgm:cxn modelId="{3FBE8BD1-3129-4F84-B56F-B1FD9F0246A5}" type="presParOf" srcId="{6B96D0D3-5AD6-4AFD-9BAA-75BC7B393CF0}" destId="{7E58E09A-A31B-440F-99F9-1620AF25FC7A}" srcOrd="2" destOrd="0" presId="urn:microsoft.com/office/officeart/2005/8/layout/orgChart1"/>
    <dgm:cxn modelId="{CBC1985C-9B29-48E4-8BC7-08EA1C83F3F1}" type="presParOf" srcId="{4A2487FE-BCB3-4CE8-BE91-3D9699FFB6FB}" destId="{FD85392E-E761-47EB-9D8B-B1275470E130}" srcOrd="2" destOrd="0" presId="urn:microsoft.com/office/officeart/2005/8/layout/orgChart1"/>
    <dgm:cxn modelId="{7B2FEFFC-B0C5-495B-BB67-EA6C56BC6D2C}" type="presParOf" srcId="{4A2487FE-BCB3-4CE8-BE91-3D9699FFB6FB}" destId="{199ADBB7-5030-41F1-80BD-16740DAB572D}" srcOrd="3" destOrd="0" presId="urn:microsoft.com/office/officeart/2005/8/layout/orgChart1"/>
    <dgm:cxn modelId="{B4450A29-3FE9-495C-A94A-32C3244B43D3}" type="presParOf" srcId="{199ADBB7-5030-41F1-80BD-16740DAB572D}" destId="{36CE2C11-5DA3-4E42-897E-75F5759C3041}" srcOrd="0" destOrd="0" presId="urn:microsoft.com/office/officeart/2005/8/layout/orgChart1"/>
    <dgm:cxn modelId="{395B2F9D-DD1F-4E45-AB46-343EF774E301}" type="presParOf" srcId="{36CE2C11-5DA3-4E42-897E-75F5759C3041}" destId="{4CDF0961-6DE3-48B7-AA28-BFD5DC75057B}" srcOrd="0" destOrd="0" presId="urn:microsoft.com/office/officeart/2005/8/layout/orgChart1"/>
    <dgm:cxn modelId="{5D71AD57-FE5F-49A6-B9D4-A193B9C6E50F}" type="presParOf" srcId="{36CE2C11-5DA3-4E42-897E-75F5759C3041}" destId="{A3D1FDF5-DE82-4E21-8A12-C402633FF4DE}" srcOrd="1" destOrd="0" presId="urn:microsoft.com/office/officeart/2005/8/layout/orgChart1"/>
    <dgm:cxn modelId="{6A6FEB47-1C9F-4471-AE68-139EDEECC783}" type="presParOf" srcId="{199ADBB7-5030-41F1-80BD-16740DAB572D}" destId="{6AF3827E-EC33-4A49-8169-A56E373F3C5B}" srcOrd="1" destOrd="0" presId="urn:microsoft.com/office/officeart/2005/8/layout/orgChart1"/>
    <dgm:cxn modelId="{8270C05F-FDD4-469F-841A-964EA532AD57}" type="presParOf" srcId="{6AF3827E-EC33-4A49-8169-A56E373F3C5B}" destId="{40EEAFE6-81A6-464D-A4B2-A86365281F2A}" srcOrd="0" destOrd="0" presId="urn:microsoft.com/office/officeart/2005/8/layout/orgChart1"/>
    <dgm:cxn modelId="{A65F17E1-F55E-41D3-A45A-BC77469CC302}" type="presParOf" srcId="{6AF3827E-EC33-4A49-8169-A56E373F3C5B}" destId="{112BE5DD-F5D6-4022-B31E-F8487FA6215C}" srcOrd="1" destOrd="0" presId="urn:microsoft.com/office/officeart/2005/8/layout/orgChart1"/>
    <dgm:cxn modelId="{E6079AB9-2C53-4245-A840-923C9C4486A6}" type="presParOf" srcId="{112BE5DD-F5D6-4022-B31E-F8487FA6215C}" destId="{429F125B-4A83-46D7-B89C-06E2901F9505}" srcOrd="0" destOrd="0" presId="urn:microsoft.com/office/officeart/2005/8/layout/orgChart1"/>
    <dgm:cxn modelId="{1C12A481-7C3C-48C8-B062-6829212A5FA6}" type="presParOf" srcId="{429F125B-4A83-46D7-B89C-06E2901F9505}" destId="{71D3E9E4-3186-483B-ACA8-458E85F94842}" srcOrd="0" destOrd="0" presId="urn:microsoft.com/office/officeart/2005/8/layout/orgChart1"/>
    <dgm:cxn modelId="{2629DF11-0FD2-4510-835C-7258FA24D14D}" type="presParOf" srcId="{429F125B-4A83-46D7-B89C-06E2901F9505}" destId="{87934A83-64AC-4EE8-90C8-DBC33AD088D5}" srcOrd="1" destOrd="0" presId="urn:microsoft.com/office/officeart/2005/8/layout/orgChart1"/>
    <dgm:cxn modelId="{DA581B94-D57C-4968-A6E8-2F7665BE817F}" type="presParOf" srcId="{112BE5DD-F5D6-4022-B31E-F8487FA6215C}" destId="{9E60D9C6-8884-4044-AD68-77F2E73BF91E}" srcOrd="1" destOrd="0" presId="urn:microsoft.com/office/officeart/2005/8/layout/orgChart1"/>
    <dgm:cxn modelId="{3FCBEB4D-AB37-4DA2-9D8A-CC116CE65D7C}" type="presParOf" srcId="{112BE5DD-F5D6-4022-B31E-F8487FA6215C}" destId="{E9E961C0-A637-4288-B8D5-F8DF8165F82D}" srcOrd="2" destOrd="0" presId="urn:microsoft.com/office/officeart/2005/8/layout/orgChart1"/>
    <dgm:cxn modelId="{5E2F716D-5961-469C-9F7B-1A1732C93AEA}" type="presParOf" srcId="{6AF3827E-EC33-4A49-8169-A56E373F3C5B}" destId="{47754AB5-C73B-445B-AEC1-9C9208EEAFA8}" srcOrd="2" destOrd="0" presId="urn:microsoft.com/office/officeart/2005/8/layout/orgChart1"/>
    <dgm:cxn modelId="{8C902F2D-D3F6-417B-8A9C-4B5106A7558D}" type="presParOf" srcId="{6AF3827E-EC33-4A49-8169-A56E373F3C5B}" destId="{DAE423DA-D8BC-4492-943D-5656E5FD9C67}" srcOrd="3" destOrd="0" presId="urn:microsoft.com/office/officeart/2005/8/layout/orgChart1"/>
    <dgm:cxn modelId="{88B4D554-5D26-46BE-B83B-A00EB11D7F1B}" type="presParOf" srcId="{DAE423DA-D8BC-4492-943D-5656E5FD9C67}" destId="{FBCC613D-5AE3-4F18-9C8D-D0E2CFD8F74B}" srcOrd="0" destOrd="0" presId="urn:microsoft.com/office/officeart/2005/8/layout/orgChart1"/>
    <dgm:cxn modelId="{8B931B18-E523-4836-A5F8-913CAA20ADF1}" type="presParOf" srcId="{FBCC613D-5AE3-4F18-9C8D-D0E2CFD8F74B}" destId="{CE217152-2E37-423A-9E9D-1D02B00FD218}" srcOrd="0" destOrd="0" presId="urn:microsoft.com/office/officeart/2005/8/layout/orgChart1"/>
    <dgm:cxn modelId="{B545CF2E-7F0D-47EF-9EE4-4C80117A94A6}" type="presParOf" srcId="{FBCC613D-5AE3-4F18-9C8D-D0E2CFD8F74B}" destId="{0B70E41D-808A-4A71-86A9-E2D3C1644AA5}" srcOrd="1" destOrd="0" presId="urn:microsoft.com/office/officeart/2005/8/layout/orgChart1"/>
    <dgm:cxn modelId="{45F28D8C-B54C-44DD-AC2B-E1E41722A4C2}" type="presParOf" srcId="{DAE423DA-D8BC-4492-943D-5656E5FD9C67}" destId="{45383DB6-C9B5-4322-AC62-CEB2BDD33909}" srcOrd="1" destOrd="0" presId="urn:microsoft.com/office/officeart/2005/8/layout/orgChart1"/>
    <dgm:cxn modelId="{4581AA5B-B4DD-46C1-82DC-3B5271D46250}" type="presParOf" srcId="{DAE423DA-D8BC-4492-943D-5656E5FD9C67}" destId="{60469105-8ACF-4DC9-ACCC-F9C740AC44F5}" srcOrd="2" destOrd="0" presId="urn:microsoft.com/office/officeart/2005/8/layout/orgChart1"/>
    <dgm:cxn modelId="{D4C0A8A6-B157-490E-9642-C08ED08BE8B2}" type="presParOf" srcId="{6AF3827E-EC33-4A49-8169-A56E373F3C5B}" destId="{27E03E5D-B0F6-44BD-A36D-6B411B10F9C3}" srcOrd="4" destOrd="0" presId="urn:microsoft.com/office/officeart/2005/8/layout/orgChart1"/>
    <dgm:cxn modelId="{FBF5E845-3E04-4FC3-9BFD-35260B932BB8}" type="presParOf" srcId="{6AF3827E-EC33-4A49-8169-A56E373F3C5B}" destId="{10FCC7A2-77B4-42AE-AD24-97CF247EC0A5}" srcOrd="5" destOrd="0" presId="urn:microsoft.com/office/officeart/2005/8/layout/orgChart1"/>
    <dgm:cxn modelId="{721DD76B-3A72-4E85-8EE0-B9BBA3635128}" type="presParOf" srcId="{10FCC7A2-77B4-42AE-AD24-97CF247EC0A5}" destId="{330F1AAE-7E68-4FDB-B778-AD1D6A512028}" srcOrd="0" destOrd="0" presId="urn:microsoft.com/office/officeart/2005/8/layout/orgChart1"/>
    <dgm:cxn modelId="{FDDF776F-BEF5-4469-A46E-72BA330F4667}" type="presParOf" srcId="{330F1AAE-7E68-4FDB-B778-AD1D6A512028}" destId="{DF95F854-B054-450C-BF36-F3B3230CD7F3}" srcOrd="0" destOrd="0" presId="urn:microsoft.com/office/officeart/2005/8/layout/orgChart1"/>
    <dgm:cxn modelId="{35119969-0A72-41AA-B88B-FF175F8B8150}" type="presParOf" srcId="{330F1AAE-7E68-4FDB-B778-AD1D6A512028}" destId="{A66FD35C-8AC8-4563-B4D6-B4D6FCB6EA58}" srcOrd="1" destOrd="0" presId="urn:microsoft.com/office/officeart/2005/8/layout/orgChart1"/>
    <dgm:cxn modelId="{004E1CFD-311F-48BA-9E27-7C2D7E46AC18}" type="presParOf" srcId="{10FCC7A2-77B4-42AE-AD24-97CF247EC0A5}" destId="{D7C95D89-E252-42B1-8599-DE43257B1239}" srcOrd="1" destOrd="0" presId="urn:microsoft.com/office/officeart/2005/8/layout/orgChart1"/>
    <dgm:cxn modelId="{BBB945A4-1780-476C-8DB7-4BE0644B4E1A}" type="presParOf" srcId="{10FCC7A2-77B4-42AE-AD24-97CF247EC0A5}" destId="{5C117603-9315-485A-A868-0D4C3C02A310}" srcOrd="2" destOrd="0" presId="urn:microsoft.com/office/officeart/2005/8/layout/orgChart1"/>
    <dgm:cxn modelId="{2E6D872D-F1FA-46CC-996D-E747168FE9FD}" type="presParOf" srcId="{6AF3827E-EC33-4A49-8169-A56E373F3C5B}" destId="{9174BD62-F397-4DFD-9B15-F1B80DA4916F}" srcOrd="6" destOrd="0" presId="urn:microsoft.com/office/officeart/2005/8/layout/orgChart1"/>
    <dgm:cxn modelId="{8E5770E5-3AFA-4320-8A25-5254D7A89920}" type="presParOf" srcId="{6AF3827E-EC33-4A49-8169-A56E373F3C5B}" destId="{E018D971-1C70-48FA-99FC-0E61279B5BA0}" srcOrd="7" destOrd="0" presId="urn:microsoft.com/office/officeart/2005/8/layout/orgChart1"/>
    <dgm:cxn modelId="{4B1CCF19-609B-4768-8089-5BE8A983B673}" type="presParOf" srcId="{E018D971-1C70-48FA-99FC-0E61279B5BA0}" destId="{06EA3C14-F98B-48D6-9712-31C72E72A4F4}" srcOrd="0" destOrd="0" presId="urn:microsoft.com/office/officeart/2005/8/layout/orgChart1"/>
    <dgm:cxn modelId="{3215A8A8-1107-4CAC-B686-026316C4DF1A}" type="presParOf" srcId="{06EA3C14-F98B-48D6-9712-31C72E72A4F4}" destId="{F5ADFBD9-CD4D-4254-BE3C-04C2F9E5C21B}" srcOrd="0" destOrd="0" presId="urn:microsoft.com/office/officeart/2005/8/layout/orgChart1"/>
    <dgm:cxn modelId="{8C2EE54A-6F78-4204-B3AD-C9E6CAB548BB}" type="presParOf" srcId="{06EA3C14-F98B-48D6-9712-31C72E72A4F4}" destId="{CF626290-D7EE-46B0-BD31-43C10468E11C}" srcOrd="1" destOrd="0" presId="urn:microsoft.com/office/officeart/2005/8/layout/orgChart1"/>
    <dgm:cxn modelId="{12F4D8F2-C4AB-4A0D-AE7C-294E59568942}" type="presParOf" srcId="{E018D971-1C70-48FA-99FC-0E61279B5BA0}" destId="{2430DA4D-51CF-4ADB-A2A4-11F563243851}" srcOrd="1" destOrd="0" presId="urn:microsoft.com/office/officeart/2005/8/layout/orgChart1"/>
    <dgm:cxn modelId="{BB69217F-EDD2-44BD-A312-A6AB1EC102B6}" type="presParOf" srcId="{E018D971-1C70-48FA-99FC-0E61279B5BA0}" destId="{57DE8108-CA6D-425F-9ADF-76B9D2BAE7B4}" srcOrd="2" destOrd="0" presId="urn:microsoft.com/office/officeart/2005/8/layout/orgChart1"/>
    <dgm:cxn modelId="{90400545-9457-4CC9-9DC7-6F81574285C6}" type="presParOf" srcId="{6AF3827E-EC33-4A49-8169-A56E373F3C5B}" destId="{1B25AB58-1714-484F-8339-4AA34F0C37B9}" srcOrd="8" destOrd="0" presId="urn:microsoft.com/office/officeart/2005/8/layout/orgChart1"/>
    <dgm:cxn modelId="{518E9C07-945F-4A07-840B-90FBAF4011E6}" type="presParOf" srcId="{6AF3827E-EC33-4A49-8169-A56E373F3C5B}" destId="{62E68411-E502-404C-84F5-9EB8F11686F4}" srcOrd="9" destOrd="0" presId="urn:microsoft.com/office/officeart/2005/8/layout/orgChart1"/>
    <dgm:cxn modelId="{3B0320AD-16C1-4ABB-9833-8784C43380D4}" type="presParOf" srcId="{62E68411-E502-404C-84F5-9EB8F11686F4}" destId="{EA9FCD9F-0B75-4E4A-9C9F-7239CCB73E66}" srcOrd="0" destOrd="0" presId="urn:microsoft.com/office/officeart/2005/8/layout/orgChart1"/>
    <dgm:cxn modelId="{F8B65944-B2AC-4997-8EBD-EABE432CAED1}" type="presParOf" srcId="{EA9FCD9F-0B75-4E4A-9C9F-7239CCB73E66}" destId="{253C09E8-75DC-493D-B46E-C8399B8633AC}" srcOrd="0" destOrd="0" presId="urn:microsoft.com/office/officeart/2005/8/layout/orgChart1"/>
    <dgm:cxn modelId="{43C6CC34-20F0-4F4B-A367-3E8D2BE5C8A9}" type="presParOf" srcId="{EA9FCD9F-0B75-4E4A-9C9F-7239CCB73E66}" destId="{437EBA6B-54F5-49CE-9672-E70F258B8CEB}" srcOrd="1" destOrd="0" presId="urn:microsoft.com/office/officeart/2005/8/layout/orgChart1"/>
    <dgm:cxn modelId="{EED74C7B-8BE4-44D1-9D60-4D017AA3B8BC}" type="presParOf" srcId="{62E68411-E502-404C-84F5-9EB8F11686F4}" destId="{9964E667-E878-423C-B4A3-99CCAD552442}" srcOrd="1" destOrd="0" presId="urn:microsoft.com/office/officeart/2005/8/layout/orgChart1"/>
    <dgm:cxn modelId="{6A243678-4BCF-4F0F-A2AC-5B4A064C943F}" type="presParOf" srcId="{62E68411-E502-404C-84F5-9EB8F11686F4}" destId="{D9B27FB9-1D27-4D8F-A48C-94456BD5F2CD}" srcOrd="2" destOrd="0" presId="urn:microsoft.com/office/officeart/2005/8/layout/orgChart1"/>
    <dgm:cxn modelId="{94F3F1E6-0183-45A4-A4A2-4F41D41E4E15}" type="presParOf" srcId="{6AF3827E-EC33-4A49-8169-A56E373F3C5B}" destId="{2DB5518E-519D-4B77-B513-FCA563249958}" srcOrd="10" destOrd="0" presId="urn:microsoft.com/office/officeart/2005/8/layout/orgChart1"/>
    <dgm:cxn modelId="{B80C4F00-62C2-475A-800B-781A0A7ED446}" type="presParOf" srcId="{6AF3827E-EC33-4A49-8169-A56E373F3C5B}" destId="{71139570-B36D-4681-8C62-5E0372313844}" srcOrd="11" destOrd="0" presId="urn:microsoft.com/office/officeart/2005/8/layout/orgChart1"/>
    <dgm:cxn modelId="{2F41E27A-C1B8-477D-BE07-85B581E9B717}" type="presParOf" srcId="{71139570-B36D-4681-8C62-5E0372313844}" destId="{7EA42816-BD38-4FBC-B267-E1BE2E1206CA}" srcOrd="0" destOrd="0" presId="urn:microsoft.com/office/officeart/2005/8/layout/orgChart1"/>
    <dgm:cxn modelId="{4F90F17C-DB86-4176-B725-FDAF3520B429}" type="presParOf" srcId="{7EA42816-BD38-4FBC-B267-E1BE2E1206CA}" destId="{C18D9EBF-A1E2-416E-9E20-5E4DB0C3C6FB}" srcOrd="0" destOrd="0" presId="urn:microsoft.com/office/officeart/2005/8/layout/orgChart1"/>
    <dgm:cxn modelId="{C78EAFEC-41F8-4B94-BF1F-5FE54136FCD9}" type="presParOf" srcId="{7EA42816-BD38-4FBC-B267-E1BE2E1206CA}" destId="{107D7B08-C77F-4EA8-B03E-22A43F08B0FC}" srcOrd="1" destOrd="0" presId="urn:microsoft.com/office/officeart/2005/8/layout/orgChart1"/>
    <dgm:cxn modelId="{7FD578E8-008B-4CAE-B021-7D0A156224EE}" type="presParOf" srcId="{71139570-B36D-4681-8C62-5E0372313844}" destId="{AE4673E4-830E-4D1A-8C39-3129FB5E7627}" srcOrd="1" destOrd="0" presId="urn:microsoft.com/office/officeart/2005/8/layout/orgChart1"/>
    <dgm:cxn modelId="{035E63B1-66BD-42F4-A680-C2B4D885B9CA}" type="presParOf" srcId="{71139570-B36D-4681-8C62-5E0372313844}" destId="{A0CA20E3-3955-46B5-9959-A8C243E7E50B}" srcOrd="2" destOrd="0" presId="urn:microsoft.com/office/officeart/2005/8/layout/orgChart1"/>
    <dgm:cxn modelId="{DA75E187-3114-4E3E-B901-35F3EAA2A9C2}" type="presParOf" srcId="{6AF3827E-EC33-4A49-8169-A56E373F3C5B}" destId="{79660244-7068-4561-9705-95A124933AEE}" srcOrd="12" destOrd="0" presId="urn:microsoft.com/office/officeart/2005/8/layout/orgChart1"/>
    <dgm:cxn modelId="{EEFD713D-2301-4B8F-9787-8CED04D5F608}" type="presParOf" srcId="{6AF3827E-EC33-4A49-8169-A56E373F3C5B}" destId="{8FC954BB-41E9-4376-9A62-F9BA4F1702C4}" srcOrd="13" destOrd="0" presId="urn:microsoft.com/office/officeart/2005/8/layout/orgChart1"/>
    <dgm:cxn modelId="{3B14ECEA-72F9-4545-B9EF-96CBC4642AD3}" type="presParOf" srcId="{8FC954BB-41E9-4376-9A62-F9BA4F1702C4}" destId="{9B716601-8B12-42EA-9048-CB7B86108217}" srcOrd="0" destOrd="0" presId="urn:microsoft.com/office/officeart/2005/8/layout/orgChart1"/>
    <dgm:cxn modelId="{981BFB99-0F5B-4F8C-A0C7-B11DBDB2457E}" type="presParOf" srcId="{9B716601-8B12-42EA-9048-CB7B86108217}" destId="{72DB64EF-D03D-461A-90EE-55A0DA5E56B9}" srcOrd="0" destOrd="0" presId="urn:microsoft.com/office/officeart/2005/8/layout/orgChart1"/>
    <dgm:cxn modelId="{463C1197-15F7-4FBE-A4B9-B1BCFB4CA9AB}" type="presParOf" srcId="{9B716601-8B12-42EA-9048-CB7B86108217}" destId="{A19641F9-7139-4751-A1C7-CBD21AD8CF8C}" srcOrd="1" destOrd="0" presId="urn:microsoft.com/office/officeart/2005/8/layout/orgChart1"/>
    <dgm:cxn modelId="{28252CA2-8E68-42B5-A2A0-6E974F6E6229}" type="presParOf" srcId="{8FC954BB-41E9-4376-9A62-F9BA4F1702C4}" destId="{3E5AAE9B-AAFA-4490-816F-ADA2AA0A8145}" srcOrd="1" destOrd="0" presId="urn:microsoft.com/office/officeart/2005/8/layout/orgChart1"/>
    <dgm:cxn modelId="{366FF878-D118-49D8-AC29-5ED1A8CDFB80}" type="presParOf" srcId="{8FC954BB-41E9-4376-9A62-F9BA4F1702C4}" destId="{9E7501C5-1482-4355-860F-FFED8E62C5D4}" srcOrd="2" destOrd="0" presId="urn:microsoft.com/office/officeart/2005/8/layout/orgChart1"/>
    <dgm:cxn modelId="{8C7758B4-14BE-424E-A34A-2A8D2BDEC328}" type="presParOf" srcId="{6AF3827E-EC33-4A49-8169-A56E373F3C5B}" destId="{EF98D8BE-5AF7-40D6-A400-7D826567CBC3}" srcOrd="14" destOrd="0" presId="urn:microsoft.com/office/officeart/2005/8/layout/orgChart1"/>
    <dgm:cxn modelId="{0983CA59-AD30-4E72-B958-45EC18113DD7}" type="presParOf" srcId="{6AF3827E-EC33-4A49-8169-A56E373F3C5B}" destId="{BCA58B1A-3A11-4BB9-87AD-E2F98E3A93E1}" srcOrd="15" destOrd="0" presId="urn:microsoft.com/office/officeart/2005/8/layout/orgChart1"/>
    <dgm:cxn modelId="{7A29CDC2-6AC1-4C05-B3C3-B8A56DAC3BB1}" type="presParOf" srcId="{BCA58B1A-3A11-4BB9-87AD-E2F98E3A93E1}" destId="{8E23831B-14BA-4C64-8243-B6D116CA780D}" srcOrd="0" destOrd="0" presId="urn:microsoft.com/office/officeart/2005/8/layout/orgChart1"/>
    <dgm:cxn modelId="{28217A0C-E5B1-4A7D-A389-4EC039F2D987}" type="presParOf" srcId="{8E23831B-14BA-4C64-8243-B6D116CA780D}" destId="{8B405EB8-C2D3-47D2-85D2-C453BF930BEA}" srcOrd="0" destOrd="0" presId="urn:microsoft.com/office/officeart/2005/8/layout/orgChart1"/>
    <dgm:cxn modelId="{26C75393-5D04-44A2-A064-98143563D883}" type="presParOf" srcId="{8E23831B-14BA-4C64-8243-B6D116CA780D}" destId="{A638F884-98F3-4351-8262-8EA19773A341}" srcOrd="1" destOrd="0" presId="urn:microsoft.com/office/officeart/2005/8/layout/orgChart1"/>
    <dgm:cxn modelId="{74562C16-740E-4F7E-AC5E-710CE815546C}" type="presParOf" srcId="{BCA58B1A-3A11-4BB9-87AD-E2F98E3A93E1}" destId="{4D2F8D33-4CFE-4F19-B248-A61684A6075E}" srcOrd="1" destOrd="0" presId="urn:microsoft.com/office/officeart/2005/8/layout/orgChart1"/>
    <dgm:cxn modelId="{F5438AAC-926D-4341-9600-A241B22FCB01}" type="presParOf" srcId="{BCA58B1A-3A11-4BB9-87AD-E2F98E3A93E1}" destId="{2183F454-51A4-4B6E-8D4F-29E128DD958E}" srcOrd="2" destOrd="0" presId="urn:microsoft.com/office/officeart/2005/8/layout/orgChart1"/>
    <dgm:cxn modelId="{39472C86-F936-47A0-A89E-32EF0A2F98E0}" type="presParOf" srcId="{6AF3827E-EC33-4A49-8169-A56E373F3C5B}" destId="{A93DE8F0-4299-4549-BAC3-B7A3CA8D4AAC}" srcOrd="16" destOrd="0" presId="urn:microsoft.com/office/officeart/2005/8/layout/orgChart1"/>
    <dgm:cxn modelId="{D78A4EB6-831F-4550-A478-195DA3CE0A33}" type="presParOf" srcId="{6AF3827E-EC33-4A49-8169-A56E373F3C5B}" destId="{CA1E3A26-283F-441B-95EA-E73DF7CD61E0}" srcOrd="17" destOrd="0" presId="urn:microsoft.com/office/officeart/2005/8/layout/orgChart1"/>
    <dgm:cxn modelId="{95777DA2-381E-402E-9DC0-F8C3A0FEF7A6}" type="presParOf" srcId="{CA1E3A26-283F-441B-95EA-E73DF7CD61E0}" destId="{9CD1E01B-618A-4167-A1B3-03DD71142609}" srcOrd="0" destOrd="0" presId="urn:microsoft.com/office/officeart/2005/8/layout/orgChart1"/>
    <dgm:cxn modelId="{A143DDEC-43DC-428E-B3A8-AB2A46A58684}" type="presParOf" srcId="{9CD1E01B-618A-4167-A1B3-03DD71142609}" destId="{B933504F-CDD4-4C1B-B464-23A404A197FB}" srcOrd="0" destOrd="0" presId="urn:microsoft.com/office/officeart/2005/8/layout/orgChart1"/>
    <dgm:cxn modelId="{8B00960D-AB7B-4E37-884E-E51AF36B034A}" type="presParOf" srcId="{9CD1E01B-618A-4167-A1B3-03DD71142609}" destId="{AC9D6A0A-9414-432A-A4C4-DB602F76ED3D}" srcOrd="1" destOrd="0" presId="urn:microsoft.com/office/officeart/2005/8/layout/orgChart1"/>
    <dgm:cxn modelId="{3FDBDC55-E658-47F2-B0E3-F82FC55944C5}" type="presParOf" srcId="{CA1E3A26-283F-441B-95EA-E73DF7CD61E0}" destId="{D9970BE8-7E9E-4EC3-BA8B-FD4AC019F01F}" srcOrd="1" destOrd="0" presId="urn:microsoft.com/office/officeart/2005/8/layout/orgChart1"/>
    <dgm:cxn modelId="{F2708707-F213-4C7A-8091-3F99E41D1BA1}" type="presParOf" srcId="{CA1E3A26-283F-441B-95EA-E73DF7CD61E0}" destId="{C5B3A898-FF54-49A4-9E86-2A7020482862}" srcOrd="2" destOrd="0" presId="urn:microsoft.com/office/officeart/2005/8/layout/orgChart1"/>
    <dgm:cxn modelId="{B07649B2-30CC-4ABB-B2F1-ED304850CD8D}" type="presParOf" srcId="{199ADBB7-5030-41F1-80BD-16740DAB572D}" destId="{57ED4888-134B-4759-8B7A-9C2F5D982202}" srcOrd="2" destOrd="0" presId="urn:microsoft.com/office/officeart/2005/8/layout/orgChart1"/>
    <dgm:cxn modelId="{3899B866-5EF0-46D4-8962-2AFA859488BA}" type="presParOf" srcId="{4A2487FE-BCB3-4CE8-BE91-3D9699FFB6FB}" destId="{244A72B9-D174-42F8-9E71-652C012DF8DB}" srcOrd="4" destOrd="0" presId="urn:microsoft.com/office/officeart/2005/8/layout/orgChart1"/>
    <dgm:cxn modelId="{AC1F5797-0A30-4AFE-BB72-359247F63BE1}" type="presParOf" srcId="{4A2487FE-BCB3-4CE8-BE91-3D9699FFB6FB}" destId="{8A40217B-EF7C-42A6-8980-76752170BD1F}" srcOrd="5" destOrd="0" presId="urn:microsoft.com/office/officeart/2005/8/layout/orgChart1"/>
    <dgm:cxn modelId="{B52D74BB-F56C-4445-96FF-BCBBD22E47D9}" type="presParOf" srcId="{8A40217B-EF7C-42A6-8980-76752170BD1F}" destId="{B235268E-545B-4F2C-B1E9-545A6EA59599}" srcOrd="0" destOrd="0" presId="urn:microsoft.com/office/officeart/2005/8/layout/orgChart1"/>
    <dgm:cxn modelId="{5C30896B-9E86-42C7-BD5C-1647298A8102}" type="presParOf" srcId="{B235268E-545B-4F2C-B1E9-545A6EA59599}" destId="{30190A39-8C89-44FD-B9A3-222C3D84823A}" srcOrd="0" destOrd="0" presId="urn:microsoft.com/office/officeart/2005/8/layout/orgChart1"/>
    <dgm:cxn modelId="{BEE2DEC9-6826-4F49-8D7D-EF97E8431FAE}" type="presParOf" srcId="{B235268E-545B-4F2C-B1E9-545A6EA59599}" destId="{62F31DFE-C1CE-4155-A808-6A83232442B4}" srcOrd="1" destOrd="0" presId="urn:microsoft.com/office/officeart/2005/8/layout/orgChart1"/>
    <dgm:cxn modelId="{3F53CCE3-6A3B-45EE-959B-04B500FD054D}" type="presParOf" srcId="{8A40217B-EF7C-42A6-8980-76752170BD1F}" destId="{59F65630-176E-45BD-B544-3C2C185A9153}" srcOrd="1" destOrd="0" presId="urn:microsoft.com/office/officeart/2005/8/layout/orgChart1"/>
    <dgm:cxn modelId="{0C3AF368-F054-4555-BA50-88EA45173D2E}" type="presParOf" srcId="{59F65630-176E-45BD-B544-3C2C185A9153}" destId="{B67E2590-AE3E-4355-B611-241EAAF8BBD4}" srcOrd="0" destOrd="0" presId="urn:microsoft.com/office/officeart/2005/8/layout/orgChart1"/>
    <dgm:cxn modelId="{DFB7401D-0E5D-4ECB-89AB-A64935816DE4}" type="presParOf" srcId="{59F65630-176E-45BD-B544-3C2C185A9153}" destId="{7AA0210F-166D-4B26-9D81-F30B6FE27144}" srcOrd="1" destOrd="0" presId="urn:microsoft.com/office/officeart/2005/8/layout/orgChart1"/>
    <dgm:cxn modelId="{2516CA25-306E-4EF5-B7CA-536BD9C19B7B}" type="presParOf" srcId="{7AA0210F-166D-4B26-9D81-F30B6FE27144}" destId="{F7B075EF-67CA-4C62-934E-27EEE458008A}" srcOrd="0" destOrd="0" presId="urn:microsoft.com/office/officeart/2005/8/layout/orgChart1"/>
    <dgm:cxn modelId="{2C28211E-9876-4FC9-B0DD-02CA56DBF394}" type="presParOf" srcId="{F7B075EF-67CA-4C62-934E-27EEE458008A}" destId="{344CCAEF-0646-4A32-9496-57FA3D860582}" srcOrd="0" destOrd="0" presId="urn:microsoft.com/office/officeart/2005/8/layout/orgChart1"/>
    <dgm:cxn modelId="{CE4EB6C6-D994-4B8E-8F17-33C1F9A908CE}" type="presParOf" srcId="{F7B075EF-67CA-4C62-934E-27EEE458008A}" destId="{7EE36EAB-8EAD-48C0-B4A7-DDF772C6B2EB}" srcOrd="1" destOrd="0" presId="urn:microsoft.com/office/officeart/2005/8/layout/orgChart1"/>
    <dgm:cxn modelId="{0A0A5328-1357-4A3B-B57A-D5022BD4D8F2}" type="presParOf" srcId="{7AA0210F-166D-4B26-9D81-F30B6FE27144}" destId="{CF45985C-12FA-48EB-8F34-BD32DACA5ACD}" srcOrd="1" destOrd="0" presId="urn:microsoft.com/office/officeart/2005/8/layout/orgChart1"/>
    <dgm:cxn modelId="{D352473F-2C30-455D-B8EB-89DF38721878}" type="presParOf" srcId="{7AA0210F-166D-4B26-9D81-F30B6FE27144}" destId="{FE8B4CDD-B279-458C-8E6B-697B27E908FA}" srcOrd="2" destOrd="0" presId="urn:microsoft.com/office/officeart/2005/8/layout/orgChart1"/>
    <dgm:cxn modelId="{7996F449-1AEA-4C12-B0AF-294F6289EC2B}" type="presParOf" srcId="{59F65630-176E-45BD-B544-3C2C185A9153}" destId="{51359D01-A1E4-43BD-A51B-C11374DC6CBD}" srcOrd="2" destOrd="0" presId="urn:microsoft.com/office/officeart/2005/8/layout/orgChart1"/>
    <dgm:cxn modelId="{707EAC8F-CE5A-4128-B56B-C83BA16A1018}" type="presParOf" srcId="{59F65630-176E-45BD-B544-3C2C185A9153}" destId="{ACE7EB23-D711-4D4C-8600-D44E1DFE6D07}" srcOrd="3" destOrd="0" presId="urn:microsoft.com/office/officeart/2005/8/layout/orgChart1"/>
    <dgm:cxn modelId="{0761880C-86F0-4FCE-999E-B39FDA8FA24A}" type="presParOf" srcId="{ACE7EB23-D711-4D4C-8600-D44E1DFE6D07}" destId="{9E27DCB4-BDD3-4B1C-AA8F-001D04EBF066}" srcOrd="0" destOrd="0" presId="urn:microsoft.com/office/officeart/2005/8/layout/orgChart1"/>
    <dgm:cxn modelId="{E2FD060C-99FA-4DD5-9460-B16A65C1A7E3}" type="presParOf" srcId="{9E27DCB4-BDD3-4B1C-AA8F-001D04EBF066}" destId="{647FC27E-E241-43AE-A032-BD4EFD5B1031}" srcOrd="0" destOrd="0" presId="urn:microsoft.com/office/officeart/2005/8/layout/orgChart1"/>
    <dgm:cxn modelId="{5D1581E6-7FF8-49F7-A96C-F90A52E0F68B}" type="presParOf" srcId="{9E27DCB4-BDD3-4B1C-AA8F-001D04EBF066}" destId="{61DB6D60-55CE-4007-A3D9-81F8EC810899}" srcOrd="1" destOrd="0" presId="urn:microsoft.com/office/officeart/2005/8/layout/orgChart1"/>
    <dgm:cxn modelId="{04DBA8ED-71AA-42B5-A394-A9C6959C1569}" type="presParOf" srcId="{ACE7EB23-D711-4D4C-8600-D44E1DFE6D07}" destId="{F4E0C108-3202-4894-907B-E8DD0D459465}" srcOrd="1" destOrd="0" presId="urn:microsoft.com/office/officeart/2005/8/layout/orgChart1"/>
    <dgm:cxn modelId="{6E81944E-4616-443C-828B-20473743A830}" type="presParOf" srcId="{ACE7EB23-D711-4D4C-8600-D44E1DFE6D07}" destId="{92112875-671D-4971-A165-28F54C3D4A72}" srcOrd="2" destOrd="0" presId="urn:microsoft.com/office/officeart/2005/8/layout/orgChart1"/>
    <dgm:cxn modelId="{9EF814C2-4898-4F1A-87B1-0310D5F0DF1B}" type="presParOf" srcId="{59F65630-176E-45BD-B544-3C2C185A9153}" destId="{5307A0B7-49AB-4285-80D8-72C137CA6335}" srcOrd="4" destOrd="0" presId="urn:microsoft.com/office/officeart/2005/8/layout/orgChart1"/>
    <dgm:cxn modelId="{7F83EC37-9680-471F-B0D9-197EB005805B}" type="presParOf" srcId="{59F65630-176E-45BD-B544-3C2C185A9153}" destId="{B7A8F5CC-CAAF-43ED-9233-E9BADAD8FF39}" srcOrd="5" destOrd="0" presId="urn:microsoft.com/office/officeart/2005/8/layout/orgChart1"/>
    <dgm:cxn modelId="{DCC37167-D896-486C-A4CF-A1F95914CB66}" type="presParOf" srcId="{B7A8F5CC-CAAF-43ED-9233-E9BADAD8FF39}" destId="{FD450D78-AC3D-414D-A8EF-E8412B6C9E56}" srcOrd="0" destOrd="0" presId="urn:microsoft.com/office/officeart/2005/8/layout/orgChart1"/>
    <dgm:cxn modelId="{67F0F3AB-D30C-4BC1-A06D-3E5EB56C0AD0}" type="presParOf" srcId="{FD450D78-AC3D-414D-A8EF-E8412B6C9E56}" destId="{33947880-F50A-4CE9-8F1E-86B44DE7F3C7}" srcOrd="0" destOrd="0" presId="urn:microsoft.com/office/officeart/2005/8/layout/orgChart1"/>
    <dgm:cxn modelId="{713EC15C-ABC3-4012-8795-F8C3776B863E}" type="presParOf" srcId="{FD450D78-AC3D-414D-A8EF-E8412B6C9E56}" destId="{BD8B620C-082F-46C0-9AA3-662D5F03C1B7}" srcOrd="1" destOrd="0" presId="urn:microsoft.com/office/officeart/2005/8/layout/orgChart1"/>
    <dgm:cxn modelId="{22033AE2-BCC4-4E02-B74A-93CD7E8C020D}" type="presParOf" srcId="{B7A8F5CC-CAAF-43ED-9233-E9BADAD8FF39}" destId="{2C9C3388-565D-4E80-B147-9A56A7C453A9}" srcOrd="1" destOrd="0" presId="urn:microsoft.com/office/officeart/2005/8/layout/orgChart1"/>
    <dgm:cxn modelId="{64161F89-9013-4966-B1E8-F8E65EB3D9CE}" type="presParOf" srcId="{B7A8F5CC-CAAF-43ED-9233-E9BADAD8FF39}" destId="{92CD2752-FFE3-49FD-BDE1-3D0AF0AC9116}" srcOrd="2" destOrd="0" presId="urn:microsoft.com/office/officeart/2005/8/layout/orgChart1"/>
    <dgm:cxn modelId="{41E2F944-1317-45FC-9107-E5952F78F33C}" type="presParOf" srcId="{59F65630-176E-45BD-B544-3C2C185A9153}" destId="{666E4D0F-8B0E-43E5-B02F-3E8240560F8B}" srcOrd="6" destOrd="0" presId="urn:microsoft.com/office/officeart/2005/8/layout/orgChart1"/>
    <dgm:cxn modelId="{CABB73A7-B642-4817-AEC5-6F1B0DC9B1B1}" type="presParOf" srcId="{59F65630-176E-45BD-B544-3C2C185A9153}" destId="{C9B39B74-9065-465D-8F1B-A5F77A3ACD83}" srcOrd="7" destOrd="0" presId="urn:microsoft.com/office/officeart/2005/8/layout/orgChart1"/>
    <dgm:cxn modelId="{01FBBF4A-A922-4D0E-9317-19313173631A}" type="presParOf" srcId="{C9B39B74-9065-465D-8F1B-A5F77A3ACD83}" destId="{0CE97A67-D172-4E23-B3DC-DB03EB7CB8E5}" srcOrd="0" destOrd="0" presId="urn:microsoft.com/office/officeart/2005/8/layout/orgChart1"/>
    <dgm:cxn modelId="{161DC2E6-3261-416F-94FF-EA0CDE21A7D6}" type="presParOf" srcId="{0CE97A67-D172-4E23-B3DC-DB03EB7CB8E5}" destId="{84F0753B-25AC-4A1C-8293-C0E3901CA01D}" srcOrd="0" destOrd="0" presId="urn:microsoft.com/office/officeart/2005/8/layout/orgChart1"/>
    <dgm:cxn modelId="{ADCB143C-8FB9-46E9-8677-F7A24F9B0BBD}" type="presParOf" srcId="{0CE97A67-D172-4E23-B3DC-DB03EB7CB8E5}" destId="{5AC8CAE3-4FEB-430F-87B0-50DE85A9C432}" srcOrd="1" destOrd="0" presId="urn:microsoft.com/office/officeart/2005/8/layout/orgChart1"/>
    <dgm:cxn modelId="{5C3359DF-9376-4CF1-A83E-DD32F11F1D57}" type="presParOf" srcId="{C9B39B74-9065-465D-8F1B-A5F77A3ACD83}" destId="{012599AB-5ACA-4462-A64C-9E746DB601CB}" srcOrd="1" destOrd="0" presId="urn:microsoft.com/office/officeart/2005/8/layout/orgChart1"/>
    <dgm:cxn modelId="{94C3F0F8-914D-4881-8B5A-8B46EF8FB827}" type="presParOf" srcId="{C9B39B74-9065-465D-8F1B-A5F77A3ACD83}" destId="{4CA6D091-FC97-4055-BC9B-F91E8775DA07}" srcOrd="2" destOrd="0" presId="urn:microsoft.com/office/officeart/2005/8/layout/orgChart1"/>
    <dgm:cxn modelId="{C400C5DB-C8B2-4809-B9F2-8599472119B3}" type="presParOf" srcId="{8A40217B-EF7C-42A6-8980-76752170BD1F}" destId="{992BBBE1-013F-4D66-81A8-F84C4877DFC0}" srcOrd="2" destOrd="0" presId="urn:microsoft.com/office/officeart/2005/8/layout/orgChart1"/>
    <dgm:cxn modelId="{D593EBE1-1B8E-4671-9480-65C90992F6C5}" type="presParOf" srcId="{4A2487FE-BCB3-4CE8-BE91-3D9699FFB6FB}" destId="{FFB1F665-0E31-4075-9726-A25426DC4445}" srcOrd="6" destOrd="0" presId="urn:microsoft.com/office/officeart/2005/8/layout/orgChart1"/>
    <dgm:cxn modelId="{BBBB5116-DEB0-4C5B-B4E2-42B5E3B9535C}" type="presParOf" srcId="{4A2487FE-BCB3-4CE8-BE91-3D9699FFB6FB}" destId="{DE5EAE04-BE8C-4BFC-8C07-F93469C0D940}" srcOrd="7" destOrd="0" presId="urn:microsoft.com/office/officeart/2005/8/layout/orgChart1"/>
    <dgm:cxn modelId="{C48BB9E8-7895-41C1-93E9-B476CE86654D}" type="presParOf" srcId="{DE5EAE04-BE8C-4BFC-8C07-F93469C0D940}" destId="{403FB4F9-5525-4FE2-B84F-E2062C31A9BC}" srcOrd="0" destOrd="0" presId="urn:microsoft.com/office/officeart/2005/8/layout/orgChart1"/>
    <dgm:cxn modelId="{72C1768B-E27E-4398-82DE-92D50DB9BC50}" type="presParOf" srcId="{403FB4F9-5525-4FE2-B84F-E2062C31A9BC}" destId="{A54E4773-B2A9-4192-ADCB-72E55CAB272F}" srcOrd="0" destOrd="0" presId="urn:microsoft.com/office/officeart/2005/8/layout/orgChart1"/>
    <dgm:cxn modelId="{8D8B9977-ED4E-4B38-A63C-E5A7998DED5C}" type="presParOf" srcId="{403FB4F9-5525-4FE2-B84F-E2062C31A9BC}" destId="{55BB1ACE-4426-44BD-A33C-668B5F5EEB18}" srcOrd="1" destOrd="0" presId="urn:microsoft.com/office/officeart/2005/8/layout/orgChart1"/>
    <dgm:cxn modelId="{63444B27-38EA-47EB-8632-FE573144D02A}" type="presParOf" srcId="{DE5EAE04-BE8C-4BFC-8C07-F93469C0D940}" destId="{332DAB85-E64E-40F7-B2B0-4A62A8956895}" srcOrd="1" destOrd="0" presId="urn:microsoft.com/office/officeart/2005/8/layout/orgChart1"/>
    <dgm:cxn modelId="{ABADE8F3-1028-4B47-ADD2-77C90663B787}" type="presParOf" srcId="{332DAB85-E64E-40F7-B2B0-4A62A8956895}" destId="{38C03444-91BA-4404-8498-BFB09264464B}" srcOrd="0" destOrd="0" presId="urn:microsoft.com/office/officeart/2005/8/layout/orgChart1"/>
    <dgm:cxn modelId="{5597C20A-DC2A-4AFA-A8AF-64A9EA1A0EC6}" type="presParOf" srcId="{332DAB85-E64E-40F7-B2B0-4A62A8956895}" destId="{B342629D-22CC-4489-B144-29F1CC0156EF}" srcOrd="1" destOrd="0" presId="urn:microsoft.com/office/officeart/2005/8/layout/orgChart1"/>
    <dgm:cxn modelId="{EA90BF18-A099-4248-A851-34D696F77511}" type="presParOf" srcId="{B342629D-22CC-4489-B144-29F1CC0156EF}" destId="{A1C3326D-464D-4E0C-A922-73764593DBEC}" srcOrd="0" destOrd="0" presId="urn:microsoft.com/office/officeart/2005/8/layout/orgChart1"/>
    <dgm:cxn modelId="{080D46CC-FFC8-45CD-8F96-CB70AE13813F}" type="presParOf" srcId="{A1C3326D-464D-4E0C-A922-73764593DBEC}" destId="{9C7A2D5B-96A1-4CE9-89BC-2AE895371D04}" srcOrd="0" destOrd="0" presId="urn:microsoft.com/office/officeart/2005/8/layout/orgChart1"/>
    <dgm:cxn modelId="{5A2D2956-1531-4C7B-80A0-69DC34DD1B17}" type="presParOf" srcId="{A1C3326D-464D-4E0C-A922-73764593DBEC}" destId="{C15945FF-748B-4D65-B757-E668193A5C3B}" srcOrd="1" destOrd="0" presId="urn:microsoft.com/office/officeart/2005/8/layout/orgChart1"/>
    <dgm:cxn modelId="{94BD0339-1629-4F7A-A1F4-ABEAFC92DDD6}" type="presParOf" srcId="{B342629D-22CC-4489-B144-29F1CC0156EF}" destId="{6C36A3C7-1563-486A-8781-3CA907ED660B}" srcOrd="1" destOrd="0" presId="urn:microsoft.com/office/officeart/2005/8/layout/orgChart1"/>
    <dgm:cxn modelId="{50BA6A5B-425F-4F71-B5FC-FEF627B19BEB}" type="presParOf" srcId="{B342629D-22CC-4489-B144-29F1CC0156EF}" destId="{1D9BC06D-F4AB-4FFA-9E9F-1E87B4283A08}" srcOrd="2" destOrd="0" presId="urn:microsoft.com/office/officeart/2005/8/layout/orgChart1"/>
    <dgm:cxn modelId="{DE642034-A518-4DFC-A524-C10617FB3AB0}" type="presParOf" srcId="{332DAB85-E64E-40F7-B2B0-4A62A8956895}" destId="{0453E154-1AB3-4A7A-8C92-8FF40E4FF3AC}" srcOrd="2" destOrd="0" presId="urn:microsoft.com/office/officeart/2005/8/layout/orgChart1"/>
    <dgm:cxn modelId="{3B6EAAD9-AE05-480A-84F8-F090B6738A7D}" type="presParOf" srcId="{332DAB85-E64E-40F7-B2B0-4A62A8956895}" destId="{002C4E45-69AF-4910-9DEF-EE8FAFC0432F}" srcOrd="3" destOrd="0" presId="urn:microsoft.com/office/officeart/2005/8/layout/orgChart1"/>
    <dgm:cxn modelId="{B50A4179-1D23-4FE0-A164-6E869356A62E}" type="presParOf" srcId="{002C4E45-69AF-4910-9DEF-EE8FAFC0432F}" destId="{0D2F2773-8F36-4153-BAD2-F130635A5A6F}" srcOrd="0" destOrd="0" presId="urn:microsoft.com/office/officeart/2005/8/layout/orgChart1"/>
    <dgm:cxn modelId="{3B5D1436-C646-458E-A32D-E346E7DC6F16}" type="presParOf" srcId="{0D2F2773-8F36-4153-BAD2-F130635A5A6F}" destId="{511C4EFE-49C4-4811-B1E3-50B849BD8654}" srcOrd="0" destOrd="0" presId="urn:microsoft.com/office/officeart/2005/8/layout/orgChart1"/>
    <dgm:cxn modelId="{944F0C6E-C49B-4BFD-ACB5-6D1A92945353}" type="presParOf" srcId="{0D2F2773-8F36-4153-BAD2-F130635A5A6F}" destId="{4F7ED734-5EB6-48BF-80DE-353C58AC9963}" srcOrd="1" destOrd="0" presId="urn:microsoft.com/office/officeart/2005/8/layout/orgChart1"/>
    <dgm:cxn modelId="{3C6C70E5-5A2A-47A6-95AB-7E8E6A9832A8}" type="presParOf" srcId="{002C4E45-69AF-4910-9DEF-EE8FAFC0432F}" destId="{FCE948AD-6C5E-46C4-9E59-68D2199D7CBC}" srcOrd="1" destOrd="0" presId="urn:microsoft.com/office/officeart/2005/8/layout/orgChart1"/>
    <dgm:cxn modelId="{A1310116-2CD9-4564-9BD1-102809A3F3C1}" type="presParOf" srcId="{002C4E45-69AF-4910-9DEF-EE8FAFC0432F}" destId="{4B38857F-2053-4ADA-BAC9-617BC9B8EB5C}" srcOrd="2" destOrd="0" presId="urn:microsoft.com/office/officeart/2005/8/layout/orgChart1"/>
    <dgm:cxn modelId="{7260F1E8-B388-431B-AAD9-9E681A6FBFC1}" type="presParOf" srcId="{332DAB85-E64E-40F7-B2B0-4A62A8956895}" destId="{D20534CE-E808-4102-9E46-E793497C8B70}" srcOrd="4" destOrd="0" presId="urn:microsoft.com/office/officeart/2005/8/layout/orgChart1"/>
    <dgm:cxn modelId="{A73B7FB6-083C-4FF8-9DB8-C593513D45F7}" type="presParOf" srcId="{332DAB85-E64E-40F7-B2B0-4A62A8956895}" destId="{6746758B-0AA8-4024-B2A7-E0938DCE5AAC}" srcOrd="5" destOrd="0" presId="urn:microsoft.com/office/officeart/2005/8/layout/orgChart1"/>
    <dgm:cxn modelId="{C9B51AA7-9636-4086-9405-860543DF91AA}" type="presParOf" srcId="{6746758B-0AA8-4024-B2A7-E0938DCE5AAC}" destId="{2ACD8EB4-DCA8-49AB-99AA-6FF586447A25}" srcOrd="0" destOrd="0" presId="urn:microsoft.com/office/officeart/2005/8/layout/orgChart1"/>
    <dgm:cxn modelId="{8F84908C-B6D9-4C0B-BE38-59114A775144}" type="presParOf" srcId="{2ACD8EB4-DCA8-49AB-99AA-6FF586447A25}" destId="{78A055A9-916E-41C5-B4D3-F004B4A27995}" srcOrd="0" destOrd="0" presId="urn:microsoft.com/office/officeart/2005/8/layout/orgChart1"/>
    <dgm:cxn modelId="{915FE2A7-413A-46AB-A836-C446B8378A7F}" type="presParOf" srcId="{2ACD8EB4-DCA8-49AB-99AA-6FF586447A25}" destId="{B23F24D6-53A1-49D8-AB86-2CF5922AFDF0}" srcOrd="1" destOrd="0" presId="urn:microsoft.com/office/officeart/2005/8/layout/orgChart1"/>
    <dgm:cxn modelId="{18D5727A-A917-4DA6-B93B-AC4D5B59260D}" type="presParOf" srcId="{6746758B-0AA8-4024-B2A7-E0938DCE5AAC}" destId="{C4CB6130-4EAA-4D0A-B653-DC110073B083}" srcOrd="1" destOrd="0" presId="urn:microsoft.com/office/officeart/2005/8/layout/orgChart1"/>
    <dgm:cxn modelId="{24086EE4-3634-47CC-8F67-051F6244352D}" type="presParOf" srcId="{6746758B-0AA8-4024-B2A7-E0938DCE5AAC}" destId="{18460AF6-4D99-423F-B795-20B092F96BDD}" srcOrd="2" destOrd="0" presId="urn:microsoft.com/office/officeart/2005/8/layout/orgChart1"/>
    <dgm:cxn modelId="{04DDF1CD-AC81-4E23-A2ED-E58D0D5CAE10}" type="presParOf" srcId="{332DAB85-E64E-40F7-B2B0-4A62A8956895}" destId="{49B60F02-2A6C-4277-AC6F-9BA227F293F9}" srcOrd="6" destOrd="0" presId="urn:microsoft.com/office/officeart/2005/8/layout/orgChart1"/>
    <dgm:cxn modelId="{1BE74E4E-C45B-4CFD-8548-944EB605D89C}" type="presParOf" srcId="{332DAB85-E64E-40F7-B2B0-4A62A8956895}" destId="{E82118F8-D443-4A52-A148-4E2EBB9C3F2A}" srcOrd="7" destOrd="0" presId="urn:microsoft.com/office/officeart/2005/8/layout/orgChart1"/>
    <dgm:cxn modelId="{95566A44-334D-47F4-8C2D-A3EF89F6B23F}" type="presParOf" srcId="{E82118F8-D443-4A52-A148-4E2EBB9C3F2A}" destId="{BEB9F41A-27B0-4EFC-90EF-90D18C5E8C76}" srcOrd="0" destOrd="0" presId="urn:microsoft.com/office/officeart/2005/8/layout/orgChart1"/>
    <dgm:cxn modelId="{95B14B76-226F-4F51-B90F-1C2787205AA9}" type="presParOf" srcId="{BEB9F41A-27B0-4EFC-90EF-90D18C5E8C76}" destId="{B55B2A50-92E8-4E40-ACE4-7534BB17BC0B}" srcOrd="0" destOrd="0" presId="urn:microsoft.com/office/officeart/2005/8/layout/orgChart1"/>
    <dgm:cxn modelId="{08447B8E-E9D1-4EA1-BF61-388153356A02}" type="presParOf" srcId="{BEB9F41A-27B0-4EFC-90EF-90D18C5E8C76}" destId="{36BD3B09-BFB6-4CA7-8D7D-7BA15D483B55}" srcOrd="1" destOrd="0" presId="urn:microsoft.com/office/officeart/2005/8/layout/orgChart1"/>
    <dgm:cxn modelId="{3E32EEFA-9FEE-4076-8190-40B5803D9599}" type="presParOf" srcId="{E82118F8-D443-4A52-A148-4E2EBB9C3F2A}" destId="{24C22309-4BD5-40F4-9AFF-DDD2B152CEAF}" srcOrd="1" destOrd="0" presId="urn:microsoft.com/office/officeart/2005/8/layout/orgChart1"/>
    <dgm:cxn modelId="{9310E17E-7721-4686-BEFA-2FF6B8AF6EE7}" type="presParOf" srcId="{E82118F8-D443-4A52-A148-4E2EBB9C3F2A}" destId="{8CBB7318-3245-4D5C-81A9-B4DF9293263D}" srcOrd="2" destOrd="0" presId="urn:microsoft.com/office/officeart/2005/8/layout/orgChart1"/>
    <dgm:cxn modelId="{11F105E3-B607-4F18-93D7-D0C74D711981}" type="presParOf" srcId="{332DAB85-E64E-40F7-B2B0-4A62A8956895}" destId="{85160D77-93E4-4181-9D04-9B9DDFE4AD8B}" srcOrd="8" destOrd="0" presId="urn:microsoft.com/office/officeart/2005/8/layout/orgChart1"/>
    <dgm:cxn modelId="{82BF1145-CC10-4062-825A-C28020832DAD}" type="presParOf" srcId="{332DAB85-E64E-40F7-B2B0-4A62A8956895}" destId="{27704E0C-8BCF-42E8-B290-06454C2DE794}" srcOrd="9" destOrd="0" presId="urn:microsoft.com/office/officeart/2005/8/layout/orgChart1"/>
    <dgm:cxn modelId="{B5F964D0-3C8D-4838-AA7E-389A6927ED94}" type="presParOf" srcId="{27704E0C-8BCF-42E8-B290-06454C2DE794}" destId="{A6BDE63D-EE73-48CA-9DB2-F9F949CF2C8E}" srcOrd="0" destOrd="0" presId="urn:microsoft.com/office/officeart/2005/8/layout/orgChart1"/>
    <dgm:cxn modelId="{CB9CFF77-F677-4CFE-9CFE-D72356F2A329}" type="presParOf" srcId="{A6BDE63D-EE73-48CA-9DB2-F9F949CF2C8E}" destId="{E6008617-3A85-4262-B9D6-228321714D91}" srcOrd="0" destOrd="0" presId="urn:microsoft.com/office/officeart/2005/8/layout/orgChart1"/>
    <dgm:cxn modelId="{D7F92EB7-C29E-4688-84F4-FD951B1601D9}" type="presParOf" srcId="{A6BDE63D-EE73-48CA-9DB2-F9F949CF2C8E}" destId="{36ACD73C-3ACC-4C57-8DDB-7BB93F6BDD69}" srcOrd="1" destOrd="0" presId="urn:microsoft.com/office/officeart/2005/8/layout/orgChart1"/>
    <dgm:cxn modelId="{91C9CC49-FAE6-4AE1-B2CD-29B07BD21642}" type="presParOf" srcId="{27704E0C-8BCF-42E8-B290-06454C2DE794}" destId="{42FA8E86-D652-46AF-935C-1C073BDD98F1}" srcOrd="1" destOrd="0" presId="urn:microsoft.com/office/officeart/2005/8/layout/orgChart1"/>
    <dgm:cxn modelId="{3579F597-00B7-4790-B093-329A00CF9977}" type="presParOf" srcId="{27704E0C-8BCF-42E8-B290-06454C2DE794}" destId="{ECDB74FB-6723-4EFD-B0CC-B3C9EB9F520F}" srcOrd="2" destOrd="0" presId="urn:microsoft.com/office/officeart/2005/8/layout/orgChart1"/>
    <dgm:cxn modelId="{BF0EA0B0-4C4A-4BE0-8ED9-6424ECA4B758}" type="presParOf" srcId="{DE5EAE04-BE8C-4BFC-8C07-F93469C0D940}" destId="{7A03B576-8FF3-40B3-AB99-D063DFED2583}" srcOrd="2" destOrd="0" presId="urn:microsoft.com/office/officeart/2005/8/layout/orgChart1"/>
    <dgm:cxn modelId="{7469FB47-FAF2-416D-89F9-76DFAF155D16}" type="presParOf" srcId="{4A2487FE-BCB3-4CE8-BE91-3D9699FFB6FB}" destId="{F9E0D45E-E222-4169-B16A-D4032DD9DEA2}" srcOrd="8" destOrd="0" presId="urn:microsoft.com/office/officeart/2005/8/layout/orgChart1"/>
    <dgm:cxn modelId="{90C0252C-3707-4AD3-ADFC-78960E30D09E}" type="presParOf" srcId="{4A2487FE-BCB3-4CE8-BE91-3D9699FFB6FB}" destId="{E4759DA0-DB4F-4C03-AEC4-C84A293CACA5}" srcOrd="9" destOrd="0" presId="urn:microsoft.com/office/officeart/2005/8/layout/orgChart1"/>
    <dgm:cxn modelId="{0B0BD7A0-9EC9-4454-B589-94107D36DF23}" type="presParOf" srcId="{E4759DA0-DB4F-4C03-AEC4-C84A293CACA5}" destId="{516DC3B9-46D0-4B63-B4FF-8A0FE4586E8B}" srcOrd="0" destOrd="0" presId="urn:microsoft.com/office/officeart/2005/8/layout/orgChart1"/>
    <dgm:cxn modelId="{AA2002E5-8761-4DD8-97F8-482D76D10822}" type="presParOf" srcId="{516DC3B9-46D0-4B63-B4FF-8A0FE4586E8B}" destId="{7E4BC112-9593-4EBE-9941-1093B831E316}" srcOrd="0" destOrd="0" presId="urn:microsoft.com/office/officeart/2005/8/layout/orgChart1"/>
    <dgm:cxn modelId="{AC69F502-E19C-4AE4-A053-7247A6B464AD}" type="presParOf" srcId="{516DC3B9-46D0-4B63-B4FF-8A0FE4586E8B}" destId="{C8A94D1E-0C98-4989-A0F0-B2B50CAF26C7}" srcOrd="1" destOrd="0" presId="urn:microsoft.com/office/officeart/2005/8/layout/orgChart1"/>
    <dgm:cxn modelId="{774BCACA-DC17-40DA-BD5E-3FDCB04951B6}" type="presParOf" srcId="{E4759DA0-DB4F-4C03-AEC4-C84A293CACA5}" destId="{E37514F1-09BE-4F69-9BBC-F70631B35C74}" srcOrd="1" destOrd="0" presId="urn:microsoft.com/office/officeart/2005/8/layout/orgChart1"/>
    <dgm:cxn modelId="{61D023A3-75C9-4EF8-AB91-6FCD443F5026}" type="presParOf" srcId="{E37514F1-09BE-4F69-9BBC-F70631B35C74}" destId="{27E2D040-37C7-4F89-A002-36EFC7AB5DDB}" srcOrd="0" destOrd="0" presId="urn:microsoft.com/office/officeart/2005/8/layout/orgChart1"/>
    <dgm:cxn modelId="{8B7A1BE2-19A8-4ED2-87B6-F43BC99F32B9}" type="presParOf" srcId="{E37514F1-09BE-4F69-9BBC-F70631B35C74}" destId="{00DA99F2-555F-4400-9469-470FE301168F}" srcOrd="1" destOrd="0" presId="urn:microsoft.com/office/officeart/2005/8/layout/orgChart1"/>
    <dgm:cxn modelId="{F400BC3D-A914-457E-B769-A9D93C825238}" type="presParOf" srcId="{00DA99F2-555F-4400-9469-470FE301168F}" destId="{D4AB1133-90C6-4975-9D44-315E381C9D63}" srcOrd="0" destOrd="0" presId="urn:microsoft.com/office/officeart/2005/8/layout/orgChart1"/>
    <dgm:cxn modelId="{C3524529-34B3-42B1-B34B-3E5AF835B4F2}" type="presParOf" srcId="{D4AB1133-90C6-4975-9D44-315E381C9D63}" destId="{4E13A842-01C9-4498-A968-0012D2226B11}" srcOrd="0" destOrd="0" presId="urn:microsoft.com/office/officeart/2005/8/layout/orgChart1"/>
    <dgm:cxn modelId="{601091AE-BD7F-4239-8DE5-B69870AB9EAA}" type="presParOf" srcId="{D4AB1133-90C6-4975-9D44-315E381C9D63}" destId="{3F43F458-5C20-46FF-B460-05BC1646BB99}" srcOrd="1" destOrd="0" presId="urn:microsoft.com/office/officeart/2005/8/layout/orgChart1"/>
    <dgm:cxn modelId="{A5DD5591-C275-4A8A-9C07-55CD6F25531D}" type="presParOf" srcId="{00DA99F2-555F-4400-9469-470FE301168F}" destId="{36A2A223-0B41-4A64-B00C-23237521AFC2}" srcOrd="1" destOrd="0" presId="urn:microsoft.com/office/officeart/2005/8/layout/orgChart1"/>
    <dgm:cxn modelId="{0D64F3F3-28FC-402B-8C13-5EAD05CC4874}" type="presParOf" srcId="{00DA99F2-555F-4400-9469-470FE301168F}" destId="{78D0FDA8-6FDC-4E51-A8B3-3A199EAA56C1}" srcOrd="2" destOrd="0" presId="urn:microsoft.com/office/officeart/2005/8/layout/orgChart1"/>
    <dgm:cxn modelId="{D3CCA4DF-339E-4B95-B85F-E2E6CD1DA5C2}" type="presParOf" srcId="{E37514F1-09BE-4F69-9BBC-F70631B35C74}" destId="{D8A1697D-FCA6-495C-A55B-6B8D6DCC9479}" srcOrd="2" destOrd="0" presId="urn:microsoft.com/office/officeart/2005/8/layout/orgChart1"/>
    <dgm:cxn modelId="{0A89416A-2CE9-4AB5-9894-FD75E66D4487}" type="presParOf" srcId="{E37514F1-09BE-4F69-9BBC-F70631B35C74}" destId="{54E8C7DD-B904-48B0-BC5C-317650D71C1B}" srcOrd="3" destOrd="0" presId="urn:microsoft.com/office/officeart/2005/8/layout/orgChart1"/>
    <dgm:cxn modelId="{5D53B3DD-2C8F-46C7-8E6D-E4BAA6F0360A}" type="presParOf" srcId="{54E8C7DD-B904-48B0-BC5C-317650D71C1B}" destId="{0EA43FE6-B852-4BDD-AFCB-0CDD6F66476F}" srcOrd="0" destOrd="0" presId="urn:microsoft.com/office/officeart/2005/8/layout/orgChart1"/>
    <dgm:cxn modelId="{19B430A3-41F0-40FF-98A9-A35B3D22CF68}" type="presParOf" srcId="{0EA43FE6-B852-4BDD-AFCB-0CDD6F66476F}" destId="{E47C4F96-BE50-4A50-B34A-940FAB5A5461}" srcOrd="0" destOrd="0" presId="urn:microsoft.com/office/officeart/2005/8/layout/orgChart1"/>
    <dgm:cxn modelId="{34FA49D8-84F1-49D6-A9E3-134E4622D4DF}" type="presParOf" srcId="{0EA43FE6-B852-4BDD-AFCB-0CDD6F66476F}" destId="{91E48ABA-4ACD-4DE7-BBBF-3D7AEA28F7A5}" srcOrd="1" destOrd="0" presId="urn:microsoft.com/office/officeart/2005/8/layout/orgChart1"/>
    <dgm:cxn modelId="{51F60FA7-F795-44DD-920A-B2B575E1BE4D}" type="presParOf" srcId="{54E8C7DD-B904-48B0-BC5C-317650D71C1B}" destId="{70AEC0DC-D295-4B80-B5E3-D052712B60A1}" srcOrd="1" destOrd="0" presId="urn:microsoft.com/office/officeart/2005/8/layout/orgChart1"/>
    <dgm:cxn modelId="{FEFBA6FE-FF52-4824-9BE0-D24CD18D4DD2}" type="presParOf" srcId="{54E8C7DD-B904-48B0-BC5C-317650D71C1B}" destId="{7533B424-A6F9-466B-8AED-E822F5DD4F9D}" srcOrd="2" destOrd="0" presId="urn:microsoft.com/office/officeart/2005/8/layout/orgChart1"/>
    <dgm:cxn modelId="{30040011-86CE-4FFD-99EA-6D8FC88C445A}" type="presParOf" srcId="{E37514F1-09BE-4F69-9BBC-F70631B35C74}" destId="{8711A8C4-7EC9-4DE7-A837-167EB72335B7}" srcOrd="4" destOrd="0" presId="urn:microsoft.com/office/officeart/2005/8/layout/orgChart1"/>
    <dgm:cxn modelId="{1F3C6458-8FF4-432D-8ABC-571CA95C4793}" type="presParOf" srcId="{E37514F1-09BE-4F69-9BBC-F70631B35C74}" destId="{B693ADAD-404F-4538-8634-AA741F1BF1D7}" srcOrd="5" destOrd="0" presId="urn:microsoft.com/office/officeart/2005/8/layout/orgChart1"/>
    <dgm:cxn modelId="{94D50864-EB49-42D3-A54C-2272F7DD4635}" type="presParOf" srcId="{B693ADAD-404F-4538-8634-AA741F1BF1D7}" destId="{622E6451-8638-49F6-9E82-D0A7A6B47385}" srcOrd="0" destOrd="0" presId="urn:microsoft.com/office/officeart/2005/8/layout/orgChart1"/>
    <dgm:cxn modelId="{EF2B87CB-E7BD-48DD-A928-8C8C63A3A4EE}" type="presParOf" srcId="{622E6451-8638-49F6-9E82-D0A7A6B47385}" destId="{D1A9271A-9374-4735-AEAA-71A85C3AEA9C}" srcOrd="0" destOrd="0" presId="urn:microsoft.com/office/officeart/2005/8/layout/orgChart1"/>
    <dgm:cxn modelId="{E7E4730D-5BDA-48D0-B49B-B18AB11C048C}" type="presParOf" srcId="{622E6451-8638-49F6-9E82-D0A7A6B47385}" destId="{040B0BBB-185A-4A9E-89BA-A60ABE1CE118}" srcOrd="1" destOrd="0" presId="urn:microsoft.com/office/officeart/2005/8/layout/orgChart1"/>
    <dgm:cxn modelId="{438030C3-20CA-4191-8990-D9E415D9884B}" type="presParOf" srcId="{B693ADAD-404F-4538-8634-AA741F1BF1D7}" destId="{E56118AB-5442-4B9F-8049-680E2210E9CC}" srcOrd="1" destOrd="0" presId="urn:microsoft.com/office/officeart/2005/8/layout/orgChart1"/>
    <dgm:cxn modelId="{63004CA7-639B-4FA0-BD64-D4E7F7A13A07}" type="presParOf" srcId="{B693ADAD-404F-4538-8634-AA741F1BF1D7}" destId="{60439BDB-6D00-4DF8-B626-DBE1ECAA59DF}" srcOrd="2" destOrd="0" presId="urn:microsoft.com/office/officeart/2005/8/layout/orgChart1"/>
    <dgm:cxn modelId="{1B52F615-3091-4F23-8A23-CBE272F29838}" type="presParOf" srcId="{E37514F1-09BE-4F69-9BBC-F70631B35C74}" destId="{0FF4CFF5-30E6-4BB0-988E-8AEBE249DF71}" srcOrd="6" destOrd="0" presId="urn:microsoft.com/office/officeart/2005/8/layout/orgChart1"/>
    <dgm:cxn modelId="{1826251F-F786-48C9-A007-CFA49E75470F}" type="presParOf" srcId="{E37514F1-09BE-4F69-9BBC-F70631B35C74}" destId="{E1C58C6C-5FAC-4A61-8B00-BD4268B974F6}" srcOrd="7" destOrd="0" presId="urn:microsoft.com/office/officeart/2005/8/layout/orgChart1"/>
    <dgm:cxn modelId="{86154263-7BEF-4325-BE92-28AF68460BFF}" type="presParOf" srcId="{E1C58C6C-5FAC-4A61-8B00-BD4268B974F6}" destId="{52F98700-139A-4422-A0F5-87A3A47734E9}" srcOrd="0" destOrd="0" presId="urn:microsoft.com/office/officeart/2005/8/layout/orgChart1"/>
    <dgm:cxn modelId="{2A43111A-FDDF-4517-871F-28B1EB2008B2}" type="presParOf" srcId="{52F98700-139A-4422-A0F5-87A3A47734E9}" destId="{F79FEF78-0A8C-4597-878C-C5E32396D90F}" srcOrd="0" destOrd="0" presId="urn:microsoft.com/office/officeart/2005/8/layout/orgChart1"/>
    <dgm:cxn modelId="{D037BCC4-D922-4FFD-B700-8AA4A2F9D345}" type="presParOf" srcId="{52F98700-139A-4422-A0F5-87A3A47734E9}" destId="{696095C3-1A45-455A-9683-988F8F7D112F}" srcOrd="1" destOrd="0" presId="urn:microsoft.com/office/officeart/2005/8/layout/orgChart1"/>
    <dgm:cxn modelId="{E6C36101-835E-43DD-9CDA-1502ACBA08FF}" type="presParOf" srcId="{E1C58C6C-5FAC-4A61-8B00-BD4268B974F6}" destId="{12D3474F-7EA2-4565-80CB-BE951CC0334F}" srcOrd="1" destOrd="0" presId="urn:microsoft.com/office/officeart/2005/8/layout/orgChart1"/>
    <dgm:cxn modelId="{B9596EFE-C1F0-457E-B0AE-C1830348446F}" type="presParOf" srcId="{E1C58C6C-5FAC-4A61-8B00-BD4268B974F6}" destId="{84D61EB3-305E-40A3-A9D4-6AD0725C5A94}" srcOrd="2" destOrd="0" presId="urn:microsoft.com/office/officeart/2005/8/layout/orgChart1"/>
    <dgm:cxn modelId="{9B1104CB-C108-4A3B-AC73-6F7F66615CA9}" type="presParOf" srcId="{E37514F1-09BE-4F69-9BBC-F70631B35C74}" destId="{3BD262F3-F0DD-4E86-9997-86E844F6C704}" srcOrd="8" destOrd="0" presId="urn:microsoft.com/office/officeart/2005/8/layout/orgChart1"/>
    <dgm:cxn modelId="{2D5B34C2-AB62-464A-A521-F421FD4FB256}" type="presParOf" srcId="{E37514F1-09BE-4F69-9BBC-F70631B35C74}" destId="{3842A5BF-5570-4398-A607-B1ACA67A9EF2}" srcOrd="9" destOrd="0" presId="urn:microsoft.com/office/officeart/2005/8/layout/orgChart1"/>
    <dgm:cxn modelId="{5D4F1EB3-6FBC-4C0E-A295-07E9FD8081A2}" type="presParOf" srcId="{3842A5BF-5570-4398-A607-B1ACA67A9EF2}" destId="{F541642A-B8FA-4AE6-95B4-A9504D32CD89}" srcOrd="0" destOrd="0" presId="urn:microsoft.com/office/officeart/2005/8/layout/orgChart1"/>
    <dgm:cxn modelId="{C9D0B2CF-D514-4385-8EA6-58E0D95CEEF9}" type="presParOf" srcId="{F541642A-B8FA-4AE6-95B4-A9504D32CD89}" destId="{976F469F-94B2-46D4-B2C5-1ECE9E5D93C6}" srcOrd="0" destOrd="0" presId="urn:microsoft.com/office/officeart/2005/8/layout/orgChart1"/>
    <dgm:cxn modelId="{702BBD51-E7F8-47DF-979A-EC61E0ED569A}" type="presParOf" srcId="{F541642A-B8FA-4AE6-95B4-A9504D32CD89}" destId="{71F96307-3FE2-4FD4-B73E-5FE65D9D6005}" srcOrd="1" destOrd="0" presId="urn:microsoft.com/office/officeart/2005/8/layout/orgChart1"/>
    <dgm:cxn modelId="{08FA89A9-6522-4CCB-AE19-CB2945E3FB30}" type="presParOf" srcId="{3842A5BF-5570-4398-A607-B1ACA67A9EF2}" destId="{8631FD18-7D7E-4144-890C-82F197E0C891}" srcOrd="1" destOrd="0" presId="urn:microsoft.com/office/officeart/2005/8/layout/orgChart1"/>
    <dgm:cxn modelId="{C8C748DD-AD87-4FB3-8B4C-697FA1232D6D}" type="presParOf" srcId="{3842A5BF-5570-4398-A607-B1ACA67A9EF2}" destId="{F47C9F50-091A-4641-BC2D-327E743B57E9}" srcOrd="2" destOrd="0" presId="urn:microsoft.com/office/officeart/2005/8/layout/orgChart1"/>
    <dgm:cxn modelId="{4FD05234-0AB1-4004-AA6E-19C44BA81EDC}" type="presParOf" srcId="{E37514F1-09BE-4F69-9BBC-F70631B35C74}" destId="{ED0D707E-B304-44BC-9C29-966F46A25479}" srcOrd="10" destOrd="0" presId="urn:microsoft.com/office/officeart/2005/8/layout/orgChart1"/>
    <dgm:cxn modelId="{FBE19C40-FE4A-4781-97BB-3015DCD0924E}" type="presParOf" srcId="{E37514F1-09BE-4F69-9BBC-F70631B35C74}" destId="{471E9152-ACA7-4BB2-ABC2-E9BD2A8A15D8}" srcOrd="11" destOrd="0" presId="urn:microsoft.com/office/officeart/2005/8/layout/orgChart1"/>
    <dgm:cxn modelId="{412C4911-8BA0-474A-BD38-9D91449F9956}" type="presParOf" srcId="{471E9152-ACA7-4BB2-ABC2-E9BD2A8A15D8}" destId="{6C8D1C3C-C30F-499F-8453-19059C37EFFF}" srcOrd="0" destOrd="0" presId="urn:microsoft.com/office/officeart/2005/8/layout/orgChart1"/>
    <dgm:cxn modelId="{028D3880-94A8-4752-A943-CC9CB1337187}" type="presParOf" srcId="{6C8D1C3C-C30F-499F-8453-19059C37EFFF}" destId="{2E3F7C7A-0023-423F-B041-BC10050E7F57}" srcOrd="0" destOrd="0" presId="urn:microsoft.com/office/officeart/2005/8/layout/orgChart1"/>
    <dgm:cxn modelId="{CEE51DC1-BF6D-4D51-BBD6-DA53870DA7EA}" type="presParOf" srcId="{6C8D1C3C-C30F-499F-8453-19059C37EFFF}" destId="{BD3212A5-ED00-427D-92EA-03FA57048861}" srcOrd="1" destOrd="0" presId="urn:microsoft.com/office/officeart/2005/8/layout/orgChart1"/>
    <dgm:cxn modelId="{61D6B9C1-87DC-46CF-B7F4-F172134F3240}" type="presParOf" srcId="{471E9152-ACA7-4BB2-ABC2-E9BD2A8A15D8}" destId="{7BFA66FC-2877-4059-91B9-2B4B13F587F1}" srcOrd="1" destOrd="0" presId="urn:microsoft.com/office/officeart/2005/8/layout/orgChart1"/>
    <dgm:cxn modelId="{8BAA51A3-7E03-472B-ADF5-C9CBA4875FB0}" type="presParOf" srcId="{471E9152-ACA7-4BB2-ABC2-E9BD2A8A15D8}" destId="{25772F0F-51BC-4679-BDB3-769A0C94F2CE}" srcOrd="2" destOrd="0" presId="urn:microsoft.com/office/officeart/2005/8/layout/orgChart1"/>
    <dgm:cxn modelId="{96A33C31-CE93-48BB-85D6-9738F1CACF5F}" type="presParOf" srcId="{E4759DA0-DB4F-4C03-AEC4-C84A293CACA5}" destId="{D86BDB15-7F9D-451D-894E-B986A406D2FE}" srcOrd="2" destOrd="0" presId="urn:microsoft.com/office/officeart/2005/8/layout/orgChart1"/>
    <dgm:cxn modelId="{24C379EA-9BFC-49C6-B537-3B62E7D14C83}" type="presParOf" srcId="{4A2487FE-BCB3-4CE8-BE91-3D9699FFB6FB}" destId="{FDD22080-EDEF-48B1-8985-D1A7B67E4568}" srcOrd="10" destOrd="0" presId="urn:microsoft.com/office/officeart/2005/8/layout/orgChart1"/>
    <dgm:cxn modelId="{E34C4144-4EC4-406F-BBA4-8C2D42F7B9F2}" type="presParOf" srcId="{4A2487FE-BCB3-4CE8-BE91-3D9699FFB6FB}" destId="{B3779463-E97E-4561-83DA-6859AA3A597E}" srcOrd="11" destOrd="0" presId="urn:microsoft.com/office/officeart/2005/8/layout/orgChart1"/>
    <dgm:cxn modelId="{9F047EB7-87A2-498F-9369-9E2216FF83F0}" type="presParOf" srcId="{B3779463-E97E-4561-83DA-6859AA3A597E}" destId="{3971D19A-68E4-4EA7-B1C5-B39F69693A10}" srcOrd="0" destOrd="0" presId="urn:microsoft.com/office/officeart/2005/8/layout/orgChart1"/>
    <dgm:cxn modelId="{C6FC4DB3-8580-4069-8AAD-6DE33929D356}" type="presParOf" srcId="{3971D19A-68E4-4EA7-B1C5-B39F69693A10}" destId="{A61C0310-05A9-4125-B425-BA647C4D8399}" srcOrd="0" destOrd="0" presId="urn:microsoft.com/office/officeart/2005/8/layout/orgChart1"/>
    <dgm:cxn modelId="{13DCDFEF-74C5-4C57-A1FF-234FD9218649}" type="presParOf" srcId="{3971D19A-68E4-4EA7-B1C5-B39F69693A10}" destId="{3B3CAF5B-CBE1-4B24-974B-AE98DD75F436}" srcOrd="1" destOrd="0" presId="urn:microsoft.com/office/officeart/2005/8/layout/orgChart1"/>
    <dgm:cxn modelId="{3011593B-9C53-4125-8CC2-F411F342123C}" type="presParOf" srcId="{B3779463-E97E-4561-83DA-6859AA3A597E}" destId="{BD3E4C93-8BD7-45CA-B032-4844AC88285A}" srcOrd="1" destOrd="0" presId="urn:microsoft.com/office/officeart/2005/8/layout/orgChart1"/>
    <dgm:cxn modelId="{43BEA131-45BA-4E41-A721-BBF6F8C23A5E}" type="presParOf" srcId="{BD3E4C93-8BD7-45CA-B032-4844AC88285A}" destId="{44B16E91-9616-49AF-B959-F66AFA21452B}" srcOrd="0" destOrd="0" presId="urn:microsoft.com/office/officeart/2005/8/layout/orgChart1"/>
    <dgm:cxn modelId="{9A3E4EAB-516D-4D2F-AD8F-961509DF2F5D}" type="presParOf" srcId="{BD3E4C93-8BD7-45CA-B032-4844AC88285A}" destId="{8774CF00-9980-43A8-B20A-7E818FDF38C6}" srcOrd="1" destOrd="0" presId="urn:microsoft.com/office/officeart/2005/8/layout/orgChart1"/>
    <dgm:cxn modelId="{F79B1AD7-CBF1-4094-B89A-D641824438CE}" type="presParOf" srcId="{8774CF00-9980-43A8-B20A-7E818FDF38C6}" destId="{A61ADF0B-BC3A-497C-A0F2-EA0BE667648C}" srcOrd="0" destOrd="0" presId="urn:microsoft.com/office/officeart/2005/8/layout/orgChart1"/>
    <dgm:cxn modelId="{3872E664-5E75-4E08-8DB9-C5FADA72FBA8}" type="presParOf" srcId="{A61ADF0B-BC3A-497C-A0F2-EA0BE667648C}" destId="{FC1BE5B8-DDC1-49D1-B015-B2063FFF99F2}" srcOrd="0" destOrd="0" presId="urn:microsoft.com/office/officeart/2005/8/layout/orgChart1"/>
    <dgm:cxn modelId="{B65EAB63-16E6-4C95-9BE1-22BC450188D2}" type="presParOf" srcId="{A61ADF0B-BC3A-497C-A0F2-EA0BE667648C}" destId="{865938F4-7D69-490B-B62B-FC446FD389F9}" srcOrd="1" destOrd="0" presId="urn:microsoft.com/office/officeart/2005/8/layout/orgChart1"/>
    <dgm:cxn modelId="{A0510B3F-0889-4615-9340-BC4C38C9A237}" type="presParOf" srcId="{8774CF00-9980-43A8-B20A-7E818FDF38C6}" destId="{72EE4080-286B-42C2-B308-223E98C52DCD}" srcOrd="1" destOrd="0" presId="urn:microsoft.com/office/officeart/2005/8/layout/orgChart1"/>
    <dgm:cxn modelId="{308A716D-A379-4FCD-8BFE-671A58FD06FA}" type="presParOf" srcId="{8774CF00-9980-43A8-B20A-7E818FDF38C6}" destId="{B460B05E-B753-4956-8EE3-2AEE951790A8}" srcOrd="2" destOrd="0" presId="urn:microsoft.com/office/officeart/2005/8/layout/orgChart1"/>
    <dgm:cxn modelId="{DBA47DF0-6966-4BDB-B3AC-27DB842771B8}" type="presParOf" srcId="{BD3E4C93-8BD7-45CA-B032-4844AC88285A}" destId="{F9DCADE6-AE75-4E02-B576-FFAFDF73BCC6}" srcOrd="2" destOrd="0" presId="urn:microsoft.com/office/officeart/2005/8/layout/orgChart1"/>
    <dgm:cxn modelId="{F78B333C-62CA-4FA1-927B-BEC8D8B3F46C}" type="presParOf" srcId="{BD3E4C93-8BD7-45CA-B032-4844AC88285A}" destId="{5C7CA971-B670-42E5-837F-0608F035AEB8}" srcOrd="3" destOrd="0" presId="urn:microsoft.com/office/officeart/2005/8/layout/orgChart1"/>
    <dgm:cxn modelId="{F30FAC96-64B5-4EFE-BD64-4B80B2D606D4}" type="presParOf" srcId="{5C7CA971-B670-42E5-837F-0608F035AEB8}" destId="{2C974371-5A90-40E4-A650-BD27E1DF5EB6}" srcOrd="0" destOrd="0" presId="urn:microsoft.com/office/officeart/2005/8/layout/orgChart1"/>
    <dgm:cxn modelId="{CE748B80-A5D6-45C8-B448-8B62B767C691}" type="presParOf" srcId="{2C974371-5A90-40E4-A650-BD27E1DF5EB6}" destId="{23633251-33E0-4B94-A1C9-3FAA4526C0E0}" srcOrd="0" destOrd="0" presId="urn:microsoft.com/office/officeart/2005/8/layout/orgChart1"/>
    <dgm:cxn modelId="{47403961-1CCE-4293-8945-F3B83626147A}" type="presParOf" srcId="{2C974371-5A90-40E4-A650-BD27E1DF5EB6}" destId="{43CEB7BB-30AF-4890-AA04-725E7CAA956E}" srcOrd="1" destOrd="0" presId="urn:microsoft.com/office/officeart/2005/8/layout/orgChart1"/>
    <dgm:cxn modelId="{28FEBF20-C33D-4DB0-B1B6-23396B857101}" type="presParOf" srcId="{5C7CA971-B670-42E5-837F-0608F035AEB8}" destId="{CAE9D650-37E4-4520-95B4-B88E026AF762}" srcOrd="1" destOrd="0" presId="urn:microsoft.com/office/officeart/2005/8/layout/orgChart1"/>
    <dgm:cxn modelId="{D5018737-77E9-4B7C-91ED-BFF957256F52}" type="presParOf" srcId="{5C7CA971-B670-42E5-837F-0608F035AEB8}" destId="{2A72FF52-50C8-4EE5-A791-F3E2A695A7E3}" srcOrd="2" destOrd="0" presId="urn:microsoft.com/office/officeart/2005/8/layout/orgChart1"/>
    <dgm:cxn modelId="{6DD62BA5-9537-402C-9150-52C97DDC0315}" type="presParOf" srcId="{BD3E4C93-8BD7-45CA-B032-4844AC88285A}" destId="{57ADB4E5-1BD8-48F2-93AC-482F57D80683}" srcOrd="4" destOrd="0" presId="urn:microsoft.com/office/officeart/2005/8/layout/orgChart1"/>
    <dgm:cxn modelId="{CEDAA573-BA77-4A28-A11A-BE2B73F2D5DF}" type="presParOf" srcId="{BD3E4C93-8BD7-45CA-B032-4844AC88285A}" destId="{370008DA-239D-485D-9284-C8E65C6D13CE}" srcOrd="5" destOrd="0" presId="urn:microsoft.com/office/officeart/2005/8/layout/orgChart1"/>
    <dgm:cxn modelId="{320C5E9B-1A4C-4A5F-AD52-4D0F88086800}" type="presParOf" srcId="{370008DA-239D-485D-9284-C8E65C6D13CE}" destId="{42FB6E38-FC4B-448A-ACBF-3E42D61D0A04}" srcOrd="0" destOrd="0" presId="urn:microsoft.com/office/officeart/2005/8/layout/orgChart1"/>
    <dgm:cxn modelId="{529E1466-4AE6-4377-8C86-E876F83E4A5A}" type="presParOf" srcId="{42FB6E38-FC4B-448A-ACBF-3E42D61D0A04}" destId="{D2B7CCAA-5B17-47BA-A7F9-88D9A403A74B}" srcOrd="0" destOrd="0" presId="urn:microsoft.com/office/officeart/2005/8/layout/orgChart1"/>
    <dgm:cxn modelId="{1A4B840F-255D-4CD1-9D2F-F61546AA2663}" type="presParOf" srcId="{42FB6E38-FC4B-448A-ACBF-3E42D61D0A04}" destId="{D72ECF57-7718-4835-B7C1-A82F5391BC82}" srcOrd="1" destOrd="0" presId="urn:microsoft.com/office/officeart/2005/8/layout/orgChart1"/>
    <dgm:cxn modelId="{5B861A01-69DA-441B-8A9A-A297A16BB74D}" type="presParOf" srcId="{370008DA-239D-485D-9284-C8E65C6D13CE}" destId="{A0918E72-CDF3-4613-A6A7-1DF423F8E23C}" srcOrd="1" destOrd="0" presId="urn:microsoft.com/office/officeart/2005/8/layout/orgChart1"/>
    <dgm:cxn modelId="{14963BE4-B3EF-4073-B41E-86113EFBA47D}" type="presParOf" srcId="{370008DA-239D-485D-9284-C8E65C6D13CE}" destId="{7982000E-2FDF-4C28-8485-4FC2C5388CEB}" srcOrd="2" destOrd="0" presId="urn:microsoft.com/office/officeart/2005/8/layout/orgChart1"/>
    <dgm:cxn modelId="{319491D3-998B-48BA-A739-CC0FB084376D}" type="presParOf" srcId="{BD3E4C93-8BD7-45CA-B032-4844AC88285A}" destId="{BA72777D-1D25-4681-A6BB-FA508B4FBFDF}" srcOrd="6" destOrd="0" presId="urn:microsoft.com/office/officeart/2005/8/layout/orgChart1"/>
    <dgm:cxn modelId="{6BC91C4A-64DB-4427-8A8B-42BC14523D89}" type="presParOf" srcId="{BD3E4C93-8BD7-45CA-B032-4844AC88285A}" destId="{4B0DB416-78E9-4697-B77B-C86BACE34B96}" srcOrd="7" destOrd="0" presId="urn:microsoft.com/office/officeart/2005/8/layout/orgChart1"/>
    <dgm:cxn modelId="{714DF577-DDCD-4C6E-B2EB-E82F8227AA3B}" type="presParOf" srcId="{4B0DB416-78E9-4697-B77B-C86BACE34B96}" destId="{CC6984D8-BDD1-4500-B875-58B4F555F599}" srcOrd="0" destOrd="0" presId="urn:microsoft.com/office/officeart/2005/8/layout/orgChart1"/>
    <dgm:cxn modelId="{697442D4-43CF-4EFE-B6FC-C443F0E6EF57}" type="presParOf" srcId="{CC6984D8-BDD1-4500-B875-58B4F555F599}" destId="{4490F882-932D-4880-BC51-FD372DEEC9DE}" srcOrd="0" destOrd="0" presId="urn:microsoft.com/office/officeart/2005/8/layout/orgChart1"/>
    <dgm:cxn modelId="{81DBB550-1115-4FC2-A431-28006EE78DD9}" type="presParOf" srcId="{CC6984D8-BDD1-4500-B875-58B4F555F599}" destId="{ADA816B0-0671-4CE7-AE2F-84629E518CFC}" srcOrd="1" destOrd="0" presId="urn:microsoft.com/office/officeart/2005/8/layout/orgChart1"/>
    <dgm:cxn modelId="{D93451F2-2CB8-4EFC-BDB9-EBA03622EF86}" type="presParOf" srcId="{4B0DB416-78E9-4697-B77B-C86BACE34B96}" destId="{403F6934-35E5-4D71-9A98-B022826C2E73}" srcOrd="1" destOrd="0" presId="urn:microsoft.com/office/officeart/2005/8/layout/orgChart1"/>
    <dgm:cxn modelId="{C79E575C-695D-452E-81D8-8AB39C7443B0}" type="presParOf" srcId="{4B0DB416-78E9-4697-B77B-C86BACE34B96}" destId="{073B8C12-5D7A-4BB2-A864-43883198A72F}" srcOrd="2" destOrd="0" presId="urn:microsoft.com/office/officeart/2005/8/layout/orgChart1"/>
    <dgm:cxn modelId="{4B3FE50A-C28D-4779-B59D-9B6CD7DD3986}" type="presParOf" srcId="{BD3E4C93-8BD7-45CA-B032-4844AC88285A}" destId="{03085215-8E8B-4506-AA3C-D54DD00F8E87}" srcOrd="8" destOrd="0" presId="urn:microsoft.com/office/officeart/2005/8/layout/orgChart1"/>
    <dgm:cxn modelId="{B8108820-5BA8-43C1-8E09-0107BBD5D54D}" type="presParOf" srcId="{BD3E4C93-8BD7-45CA-B032-4844AC88285A}" destId="{033CDE1C-CBD0-42C2-BDEF-767C15E6FDE1}" srcOrd="9" destOrd="0" presId="urn:microsoft.com/office/officeart/2005/8/layout/orgChart1"/>
    <dgm:cxn modelId="{89205F95-5534-41CD-9730-F29DA664AA48}" type="presParOf" srcId="{033CDE1C-CBD0-42C2-BDEF-767C15E6FDE1}" destId="{E5CB8CD3-6E5E-4C1D-9B3D-94C0D2BD5D7A}" srcOrd="0" destOrd="0" presId="urn:microsoft.com/office/officeart/2005/8/layout/orgChart1"/>
    <dgm:cxn modelId="{24138431-42C7-45F2-A3C1-AA333C03F460}" type="presParOf" srcId="{E5CB8CD3-6E5E-4C1D-9B3D-94C0D2BD5D7A}" destId="{48B71DEB-45E3-4DA2-AD72-D1A420A043AA}" srcOrd="0" destOrd="0" presId="urn:microsoft.com/office/officeart/2005/8/layout/orgChart1"/>
    <dgm:cxn modelId="{D6165E55-1EC9-467E-B411-58B6A9AA4EA5}" type="presParOf" srcId="{E5CB8CD3-6E5E-4C1D-9B3D-94C0D2BD5D7A}" destId="{CD5BE9B4-AE74-465C-A9CD-DAA39FF61163}" srcOrd="1" destOrd="0" presId="urn:microsoft.com/office/officeart/2005/8/layout/orgChart1"/>
    <dgm:cxn modelId="{EB8284AC-42E8-4372-A83F-9A1CB611D1C4}" type="presParOf" srcId="{033CDE1C-CBD0-42C2-BDEF-767C15E6FDE1}" destId="{C8F2B303-8B4E-4CAB-A2C3-A6836A9A5F70}" srcOrd="1" destOrd="0" presId="urn:microsoft.com/office/officeart/2005/8/layout/orgChart1"/>
    <dgm:cxn modelId="{43B087E6-26D1-42AB-AD30-9A57CB8D1794}" type="presParOf" srcId="{033CDE1C-CBD0-42C2-BDEF-767C15E6FDE1}" destId="{938EE32A-259C-4D9D-B9D0-7D90DB34F183}" srcOrd="2" destOrd="0" presId="urn:microsoft.com/office/officeart/2005/8/layout/orgChart1"/>
    <dgm:cxn modelId="{F99F677F-FB91-463D-AA23-1AA75523C9A1}" type="presParOf" srcId="{BD3E4C93-8BD7-45CA-B032-4844AC88285A}" destId="{111B970A-F1A8-4664-B5CD-156D9E2D2A4D}" srcOrd="10" destOrd="0" presId="urn:microsoft.com/office/officeart/2005/8/layout/orgChart1"/>
    <dgm:cxn modelId="{1104AB4C-93BB-4900-9B36-9E9DB5CAF587}" type="presParOf" srcId="{BD3E4C93-8BD7-45CA-B032-4844AC88285A}" destId="{D0EC0315-2E0D-44DE-8A66-4A2919E64A38}" srcOrd="11" destOrd="0" presId="urn:microsoft.com/office/officeart/2005/8/layout/orgChart1"/>
    <dgm:cxn modelId="{8EF25CE8-4BE6-4BAC-9629-ED2D1FEFD26B}" type="presParOf" srcId="{D0EC0315-2E0D-44DE-8A66-4A2919E64A38}" destId="{C9A7A302-CA31-43B3-8D67-27096142FAAB}" srcOrd="0" destOrd="0" presId="urn:microsoft.com/office/officeart/2005/8/layout/orgChart1"/>
    <dgm:cxn modelId="{3CBEB23E-C492-49A2-A354-D8E7573C1BEA}" type="presParOf" srcId="{C9A7A302-CA31-43B3-8D67-27096142FAAB}" destId="{A1BC0B97-D260-4624-8E9D-95DF7D4C66BD}" srcOrd="0" destOrd="0" presId="urn:microsoft.com/office/officeart/2005/8/layout/orgChart1"/>
    <dgm:cxn modelId="{BA0169B0-D60F-4D47-A848-20BDB84C9CB9}" type="presParOf" srcId="{C9A7A302-CA31-43B3-8D67-27096142FAAB}" destId="{2155CFF5-71F6-4BA0-9CE1-9855044A26F8}" srcOrd="1" destOrd="0" presId="urn:microsoft.com/office/officeart/2005/8/layout/orgChart1"/>
    <dgm:cxn modelId="{8D3ABC34-3793-420C-80B8-00E9FB953AED}" type="presParOf" srcId="{D0EC0315-2E0D-44DE-8A66-4A2919E64A38}" destId="{552C692F-8579-47F0-949A-A4E8531415DC}" srcOrd="1" destOrd="0" presId="urn:microsoft.com/office/officeart/2005/8/layout/orgChart1"/>
    <dgm:cxn modelId="{F7572B7C-B8C3-4148-8840-2C71B29050F5}" type="presParOf" srcId="{D0EC0315-2E0D-44DE-8A66-4A2919E64A38}" destId="{BEE8E2E1-1718-4750-88E2-148F5FF930A6}" srcOrd="2" destOrd="0" presId="urn:microsoft.com/office/officeart/2005/8/layout/orgChart1"/>
    <dgm:cxn modelId="{E9BE3DB2-E103-4C28-B5D0-D59371A32689}" type="presParOf" srcId="{B3779463-E97E-4561-83DA-6859AA3A597E}" destId="{5E96BEA9-C27C-43F4-95CA-D7603DBEF5AC}" srcOrd="2" destOrd="0" presId="urn:microsoft.com/office/officeart/2005/8/layout/orgChart1"/>
    <dgm:cxn modelId="{E12F05D0-CE8F-497A-B047-B369156F5F74}" type="presParOf" srcId="{B852CADE-69E5-4C51-8933-70A179696DE7}" destId="{E9CB882B-3A4B-406E-8F64-5FC8FAF0E01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3EEFD67-F6CE-417A-83EE-42FE95D487CD}" type="doc">
      <dgm:prSet loTypeId="urn:microsoft.com/office/officeart/2008/layout/LinedList" loCatId="list" qsTypeId="urn:microsoft.com/office/officeart/2005/8/quickstyle/simple2" qsCatId="simple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161671FC-1BC5-4AB9-8F28-502FB883C244}">
      <dgm:prSet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400" dirty="0">
              <a:latin typeface="Segoe UI" panose="020B0502040204020203" pitchFamily="34" charset="0"/>
              <a:cs typeface="Segoe UI" panose="020B0502040204020203" pitchFamily="34" charset="0"/>
            </a:rPr>
            <a:t>Responsible</a:t>
          </a:r>
          <a:endParaRPr lang="en-IN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6B32D57B-D0C8-4AE3-9E55-FEE7D0DD4255}" type="parTrans" cxnId="{39FD4921-A872-4BDF-81DF-D9E99CF6BD45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E003C853-A71E-47E6-B0ED-A85EF253BD38}" type="sibTrans" cxnId="{39FD4921-A872-4BDF-81DF-D9E99CF6BD45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DA30DF70-A7F1-4C87-97D0-9F40CD295FEF}">
      <dgm:prSet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1400" dirty="0">
              <a:latin typeface="Segoe UI" panose="020B0502040204020203" pitchFamily="34" charset="0"/>
              <a:cs typeface="Segoe UI" panose="020B0502040204020203" pitchFamily="34" charset="0"/>
            </a:rPr>
            <a:t>Individuals responsible for actually performing a task. </a:t>
          </a:r>
          <a:endParaRPr lang="en-IN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4F4B087-9290-42D7-8BAB-A08BFC84F428}" type="parTrans" cxnId="{2810C844-CE7A-450B-8455-26539642485B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2F13B753-46BE-41B4-B3F2-1E27A84A0EB5}" type="sibTrans" cxnId="{2810C844-CE7A-450B-8455-26539642485B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328046BA-FA40-4D5E-AF56-D49D9DA1635E}">
      <dgm:prSet custT="1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400" dirty="0">
              <a:latin typeface="Segoe UI" panose="020B0502040204020203" pitchFamily="34" charset="0"/>
              <a:cs typeface="Segoe UI" panose="020B0502040204020203" pitchFamily="34" charset="0"/>
            </a:rPr>
            <a:t>Accountable</a:t>
          </a:r>
          <a:endParaRPr lang="en-IN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53484C5-325C-47E9-9BF1-8B1F479AB0A6}" type="parTrans" cxnId="{71AE6BA8-4ADB-45DC-926E-E4DFEFB5F3B0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4A2C934-A36B-4E0D-9B56-3FA3C8B02FC1}" type="sibTrans" cxnId="{71AE6BA8-4ADB-45DC-926E-E4DFEFB5F3B0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E1ACFF88-8B82-43A4-B3B2-E95370CE87BE}">
      <dgm:prSet custT="1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400" dirty="0">
              <a:latin typeface="Segoe UI" panose="020B0502040204020203" pitchFamily="34" charset="0"/>
              <a:cs typeface="Segoe UI" panose="020B0502040204020203" pitchFamily="34" charset="0"/>
            </a:rPr>
            <a:t>Individuals ultimately answerable for the completion of the task or deliverable. </a:t>
          </a:r>
          <a:endParaRPr lang="en-IN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65FC3426-F7E8-4F94-8E0B-8268EC9BCF7A}" type="parTrans" cxnId="{3495611F-37DB-4192-88BC-4E5875F7CD1D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D42DB74F-57C2-4E36-9DA4-07DBAF038AE3}" type="sibTrans" cxnId="{3495611F-37DB-4192-88BC-4E5875F7CD1D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9A344FEA-4673-4102-B8C1-B577AC4E63EE}">
      <dgm:prSet custT="1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400" dirty="0">
              <a:latin typeface="Segoe UI" panose="020B0502040204020203" pitchFamily="34" charset="0"/>
              <a:cs typeface="Segoe UI" panose="020B0502040204020203" pitchFamily="34" charset="0"/>
            </a:rPr>
            <a:t>Consulted</a:t>
          </a:r>
          <a:endParaRPr lang="en-IN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78EF3F9C-5C54-4C19-A994-DDEAE1FA3B03}" type="parTrans" cxnId="{2B6C068F-74AD-4A26-AC77-C12963F9C803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7B8E3A8D-8653-4CAB-9DE9-102990A7B359}" type="sibTrans" cxnId="{2B6C068F-74AD-4A26-AC77-C12963F9C803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713A73AF-79B8-4C36-B141-C24A7C003B35}">
      <dgm:prSet custT="1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400" dirty="0">
              <a:latin typeface="Segoe UI" panose="020B0502040204020203" pitchFamily="34" charset="0"/>
              <a:cs typeface="Segoe UI" panose="020B0502040204020203" pitchFamily="34" charset="0"/>
            </a:rPr>
            <a:t>Individuals who provide input and are consulted before a task is executed. </a:t>
          </a:r>
          <a:endParaRPr lang="en-IN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A1F0798C-D9DE-4B90-98B7-0DDC6A4B8CBE}" type="parTrans" cxnId="{2D655B9A-3A1F-428C-9A69-E98E181161B0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F71C789A-494A-4B04-B914-3AF1C0F7F076}" type="sibTrans" cxnId="{2D655B9A-3A1F-428C-9A69-E98E181161B0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DAF1285-9D92-45AC-B595-D40C549CDA47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400">
              <a:latin typeface="Segoe UI" panose="020B0502040204020203" pitchFamily="34" charset="0"/>
              <a:cs typeface="Segoe UI" panose="020B0502040204020203" pitchFamily="34" charset="0"/>
            </a:rPr>
            <a:t>Informed</a:t>
          </a:r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279C13D1-A441-4722-89A8-793EBA295B44}" type="parTrans" cxnId="{B7DA751F-F7E7-4279-BAA8-B16F5417C6B0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F03BB515-E229-4AF8-9C12-CA82BDFF4F17}" type="sibTrans" cxnId="{B7DA751F-F7E7-4279-BAA8-B16F5417C6B0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0285CEA9-4E41-4359-96A9-C171EF36E15E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400" dirty="0">
              <a:latin typeface="Segoe UI" panose="020B0502040204020203" pitchFamily="34" charset="0"/>
              <a:cs typeface="Segoe UI" panose="020B0502040204020203" pitchFamily="34" charset="0"/>
            </a:rPr>
            <a:t>Individuals kept in the loop but are not directly involved in the task. </a:t>
          </a:r>
          <a:endParaRPr lang="en-IN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D616911-9AAA-4A54-A787-0DDF4AA3C507}" type="parTrans" cxnId="{544C9FFF-05EC-431F-B0F1-3537861F977F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E3F9AF7F-D146-4BFF-8618-AFEB3CFCDB82}" type="sibTrans" cxnId="{544C9FFF-05EC-431F-B0F1-3537861F977F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5E1896E8-DAEF-41DB-848F-1B0634DBF888}">
      <dgm:prSet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1400" dirty="0">
              <a:latin typeface="Segoe UI" panose="020B0502040204020203" pitchFamily="34" charset="0"/>
              <a:cs typeface="Segoe UI" panose="020B0502040204020203" pitchFamily="34" charset="0"/>
            </a:rPr>
            <a:t>You as the IT auditor are responsible for conducting the audit. </a:t>
          </a:r>
          <a:endParaRPr lang="en-IN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3ECADAC7-9110-45FA-8F16-A5CCFF82CFEA}" type="parTrans" cxnId="{7565CFE5-129E-4064-8B8A-70A57B2B15EC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9ED61039-C821-410B-8FC2-242D306524D8}" type="sibTrans" cxnId="{7565CFE5-129E-4064-8B8A-70A57B2B15EC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1E740165-F493-44DB-B7DE-1C8F54FC4891}">
      <dgm:prSet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1400">
              <a:latin typeface="Segoe UI" panose="020B0502040204020203" pitchFamily="34" charset="0"/>
              <a:cs typeface="Segoe UI" panose="020B0502040204020203" pitchFamily="34" charset="0"/>
            </a:rPr>
            <a:t>You </a:t>
          </a:r>
          <a:r>
            <a:rPr lang="en-US" sz="1400" dirty="0">
              <a:latin typeface="Segoe UI" panose="020B0502040204020203" pitchFamily="34" charset="0"/>
              <a:cs typeface="Segoe UI" panose="020B0502040204020203" pitchFamily="34" charset="0"/>
            </a:rPr>
            <a:t>will review the policies, perform testing, document deficiencies and generate a report.</a:t>
          </a:r>
          <a:endParaRPr lang="en-IN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67520839-AEF7-4CF5-9DA8-33D4D9C45C16}" type="parTrans" cxnId="{375CA386-CEC8-4C81-8FA0-FAFA3A2A7F99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22DF768E-5637-4DFF-A255-C0879253CBD8}" type="sibTrans" cxnId="{375CA386-CEC8-4C81-8FA0-FAFA3A2A7F99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3A852DFC-D1F2-4F2B-ABC3-335FFCEE257F}">
      <dgm:prSet custT="1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400">
              <a:latin typeface="Segoe UI" panose="020B0502040204020203" pitchFamily="34" charset="0"/>
              <a:cs typeface="Segoe UI" panose="020B0502040204020203" pitchFamily="34" charset="0"/>
            </a:rPr>
            <a:t>The </a:t>
          </a:r>
          <a:r>
            <a:rPr lang="en-US" sz="1400" dirty="0">
              <a:latin typeface="Segoe UI" panose="020B0502040204020203" pitchFamily="34" charset="0"/>
              <a:cs typeface="Segoe UI" panose="020B0502040204020203" pitchFamily="34" charset="0"/>
            </a:rPr>
            <a:t>Lead Auditor / Chief Audit Executive (CAE) will be accountable for ensuring the overall audit completion and issuing the audit report.</a:t>
          </a:r>
          <a:endParaRPr lang="en-IN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E09DF162-BDC5-4D22-ADC1-8D839D5494B2}" type="parTrans" cxnId="{C256265A-969A-4DEA-AAEC-401AD26C076A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A30BE1E8-D755-4620-87D0-CA4D23B568B0}" type="sibTrans" cxnId="{C256265A-969A-4DEA-AAEC-401AD26C076A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D143B3DD-0896-4FF3-ABA2-F5ACDF6BC465}">
      <dgm:prSet custT="1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400">
              <a:latin typeface="Segoe UI" panose="020B0502040204020203" pitchFamily="34" charset="0"/>
              <a:cs typeface="Segoe UI" panose="020B0502040204020203" pitchFamily="34" charset="0"/>
            </a:rPr>
            <a:t>The </a:t>
          </a:r>
          <a:r>
            <a:rPr lang="en-US" sz="1400" dirty="0">
              <a:latin typeface="Segoe UI" panose="020B0502040204020203" pitchFamily="34" charset="0"/>
              <a:cs typeface="Segoe UI" panose="020B0502040204020203" pitchFamily="34" charset="0"/>
            </a:rPr>
            <a:t>Cyber &amp; Risk Management team will be consulted because they have valuable insights into the technical aspects</a:t>
          </a:r>
          <a:endParaRPr lang="en-IN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208C3C17-8EF1-4010-A6AB-0602D0D177CE}" type="parTrans" cxnId="{EB1EABF8-A761-4C65-AD0F-3D259C69AF3D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F539C21C-D432-4132-9842-697D0FA89662}" type="sibTrans" cxnId="{EB1EABF8-A761-4C65-AD0F-3D259C69AF3D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89A79BA1-4647-40A0-B84A-CAABBB3A863F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400" dirty="0">
              <a:latin typeface="Segoe UI" panose="020B0502040204020203" pitchFamily="34" charset="0"/>
              <a:cs typeface="Segoe UI" panose="020B0502040204020203" pitchFamily="34" charset="0"/>
            </a:rPr>
            <a:t>The Audit Committee needs to be informed about the audit progress and the results, as they have a vested interest in the organization's audit practice.</a:t>
          </a:r>
          <a:endParaRPr lang="en-IN" sz="140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554B731B-F08B-4837-BD2B-22AA3D9C9F75}" type="parTrans" cxnId="{08B18E0C-EF54-4D46-AD14-C09F12D31F79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342EFAB0-F5FB-47EC-9477-A6149432764A}" type="sibTrans" cxnId="{08B18E0C-EF54-4D46-AD14-C09F12D31F79}">
      <dgm:prSet/>
      <dgm:spPr/>
      <dgm:t>
        <a:bodyPr/>
        <a:lstStyle/>
        <a:p>
          <a:endParaRPr lang="en-IN" sz="140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800D9E27-B5C6-4DD4-B7C0-635F1C8CF5FF}" type="pres">
      <dgm:prSet presAssocID="{13EEFD67-F6CE-417A-83EE-42FE95D487CD}" presName="vert0" presStyleCnt="0">
        <dgm:presLayoutVars>
          <dgm:dir/>
          <dgm:animOne val="branch"/>
          <dgm:animLvl val="lvl"/>
        </dgm:presLayoutVars>
      </dgm:prSet>
      <dgm:spPr/>
    </dgm:pt>
    <dgm:pt modelId="{BE86C6BE-FB59-438E-852A-E7D648BF038D}" type="pres">
      <dgm:prSet presAssocID="{161671FC-1BC5-4AB9-8F28-502FB883C244}" presName="thickLine" presStyleLbl="alignNode1" presStyleIdx="0" presStyleCnt="4"/>
      <dgm:spPr/>
    </dgm:pt>
    <dgm:pt modelId="{65230125-D436-4FEF-829C-F8D60D06583A}" type="pres">
      <dgm:prSet presAssocID="{161671FC-1BC5-4AB9-8F28-502FB883C244}" presName="horz1" presStyleCnt="0"/>
      <dgm:spPr/>
    </dgm:pt>
    <dgm:pt modelId="{60C5702E-A87C-42EB-BAA4-1469D424AEEF}" type="pres">
      <dgm:prSet presAssocID="{161671FC-1BC5-4AB9-8F28-502FB883C244}" presName="tx1" presStyleLbl="revTx" presStyleIdx="0" presStyleCnt="13"/>
      <dgm:spPr/>
    </dgm:pt>
    <dgm:pt modelId="{4ACFD315-6CFC-4CFA-B38E-9F57C0BC5459}" type="pres">
      <dgm:prSet presAssocID="{161671FC-1BC5-4AB9-8F28-502FB883C244}" presName="vert1" presStyleCnt="0"/>
      <dgm:spPr/>
    </dgm:pt>
    <dgm:pt modelId="{E3C98B81-0A23-4249-98EE-A34960F5A97F}" type="pres">
      <dgm:prSet presAssocID="{DA30DF70-A7F1-4C87-97D0-9F40CD295FEF}" presName="vertSpace2a" presStyleCnt="0"/>
      <dgm:spPr/>
    </dgm:pt>
    <dgm:pt modelId="{8E4AE87C-2140-4720-BB76-388554899421}" type="pres">
      <dgm:prSet presAssocID="{DA30DF70-A7F1-4C87-97D0-9F40CD295FEF}" presName="horz2" presStyleCnt="0"/>
      <dgm:spPr/>
    </dgm:pt>
    <dgm:pt modelId="{D47D4543-736B-4657-84BB-A91845D6EC20}" type="pres">
      <dgm:prSet presAssocID="{DA30DF70-A7F1-4C87-97D0-9F40CD295FEF}" presName="horzSpace2" presStyleCnt="0"/>
      <dgm:spPr/>
    </dgm:pt>
    <dgm:pt modelId="{3E60882D-3FD0-440F-8902-10939C29C94F}" type="pres">
      <dgm:prSet presAssocID="{DA30DF70-A7F1-4C87-97D0-9F40CD295FEF}" presName="tx2" presStyleLbl="revTx" presStyleIdx="1" presStyleCnt="13"/>
      <dgm:spPr/>
    </dgm:pt>
    <dgm:pt modelId="{07FEE695-7E40-4D49-B116-35E82B666B12}" type="pres">
      <dgm:prSet presAssocID="{DA30DF70-A7F1-4C87-97D0-9F40CD295FEF}" presName="vert2" presStyleCnt="0"/>
      <dgm:spPr/>
    </dgm:pt>
    <dgm:pt modelId="{7792AAE5-C55E-4942-92D6-DED6ADADF864}" type="pres">
      <dgm:prSet presAssocID="{DA30DF70-A7F1-4C87-97D0-9F40CD295FEF}" presName="thinLine2b" presStyleLbl="callout" presStyleIdx="0" presStyleCnt="9"/>
      <dgm:spPr/>
    </dgm:pt>
    <dgm:pt modelId="{A13E7134-3C6A-43A3-9865-EBED38F58C1F}" type="pres">
      <dgm:prSet presAssocID="{DA30DF70-A7F1-4C87-97D0-9F40CD295FEF}" presName="vertSpace2b" presStyleCnt="0"/>
      <dgm:spPr/>
    </dgm:pt>
    <dgm:pt modelId="{DD430371-FFD8-40A5-8C34-B4A66B7DBAE9}" type="pres">
      <dgm:prSet presAssocID="{5E1896E8-DAEF-41DB-848F-1B0634DBF888}" presName="horz2" presStyleCnt="0"/>
      <dgm:spPr/>
    </dgm:pt>
    <dgm:pt modelId="{7D6A4DFA-C600-4388-A3F5-401E4E4CCD62}" type="pres">
      <dgm:prSet presAssocID="{5E1896E8-DAEF-41DB-848F-1B0634DBF888}" presName="horzSpace2" presStyleCnt="0"/>
      <dgm:spPr/>
    </dgm:pt>
    <dgm:pt modelId="{412E079C-B44F-43B0-91C2-E5C93CEF553B}" type="pres">
      <dgm:prSet presAssocID="{5E1896E8-DAEF-41DB-848F-1B0634DBF888}" presName="tx2" presStyleLbl="revTx" presStyleIdx="2" presStyleCnt="13"/>
      <dgm:spPr/>
    </dgm:pt>
    <dgm:pt modelId="{7203517D-7978-4D95-A825-6FD280F887E0}" type="pres">
      <dgm:prSet presAssocID="{5E1896E8-DAEF-41DB-848F-1B0634DBF888}" presName="vert2" presStyleCnt="0"/>
      <dgm:spPr/>
    </dgm:pt>
    <dgm:pt modelId="{731DC591-6393-400E-A825-2A4F9DC58C22}" type="pres">
      <dgm:prSet presAssocID="{5E1896E8-DAEF-41DB-848F-1B0634DBF888}" presName="thinLine2b" presStyleLbl="callout" presStyleIdx="1" presStyleCnt="9"/>
      <dgm:spPr/>
    </dgm:pt>
    <dgm:pt modelId="{4B2EDCC7-223C-4ADD-9B22-2BE4995ABE49}" type="pres">
      <dgm:prSet presAssocID="{5E1896E8-DAEF-41DB-848F-1B0634DBF888}" presName="vertSpace2b" presStyleCnt="0"/>
      <dgm:spPr/>
    </dgm:pt>
    <dgm:pt modelId="{2AFA7FC1-784D-4822-98EB-6EB6E067ECA7}" type="pres">
      <dgm:prSet presAssocID="{1E740165-F493-44DB-B7DE-1C8F54FC4891}" presName="horz2" presStyleCnt="0"/>
      <dgm:spPr/>
    </dgm:pt>
    <dgm:pt modelId="{C73F6DEE-EC6D-44AE-B30D-42A00316F734}" type="pres">
      <dgm:prSet presAssocID="{1E740165-F493-44DB-B7DE-1C8F54FC4891}" presName="horzSpace2" presStyleCnt="0"/>
      <dgm:spPr/>
    </dgm:pt>
    <dgm:pt modelId="{28E33CFA-81B4-4AD4-8A85-63CF062EF31E}" type="pres">
      <dgm:prSet presAssocID="{1E740165-F493-44DB-B7DE-1C8F54FC4891}" presName="tx2" presStyleLbl="revTx" presStyleIdx="3" presStyleCnt="13"/>
      <dgm:spPr/>
    </dgm:pt>
    <dgm:pt modelId="{2719E853-712B-43FC-823F-15AAC92E0274}" type="pres">
      <dgm:prSet presAssocID="{1E740165-F493-44DB-B7DE-1C8F54FC4891}" presName="vert2" presStyleCnt="0"/>
      <dgm:spPr/>
    </dgm:pt>
    <dgm:pt modelId="{88C3E174-D31D-40A0-B88B-49C81AE49E43}" type="pres">
      <dgm:prSet presAssocID="{1E740165-F493-44DB-B7DE-1C8F54FC4891}" presName="thinLine2b" presStyleLbl="callout" presStyleIdx="2" presStyleCnt="9"/>
      <dgm:spPr/>
    </dgm:pt>
    <dgm:pt modelId="{87D2E290-541D-4DA9-BDCA-017C5DDF4F41}" type="pres">
      <dgm:prSet presAssocID="{1E740165-F493-44DB-B7DE-1C8F54FC4891}" presName="vertSpace2b" presStyleCnt="0"/>
      <dgm:spPr/>
    </dgm:pt>
    <dgm:pt modelId="{0BFA604D-89DC-421E-ACE2-9FAF2526952A}" type="pres">
      <dgm:prSet presAssocID="{328046BA-FA40-4D5E-AF56-D49D9DA1635E}" presName="thickLine" presStyleLbl="alignNode1" presStyleIdx="1" presStyleCnt="4"/>
      <dgm:spPr/>
    </dgm:pt>
    <dgm:pt modelId="{BD5BA074-5B69-449C-95D1-5D3BE63C6C00}" type="pres">
      <dgm:prSet presAssocID="{328046BA-FA40-4D5E-AF56-D49D9DA1635E}" presName="horz1" presStyleCnt="0"/>
      <dgm:spPr/>
    </dgm:pt>
    <dgm:pt modelId="{87F27BDD-53F1-47CA-9A83-56496A202880}" type="pres">
      <dgm:prSet presAssocID="{328046BA-FA40-4D5E-AF56-D49D9DA1635E}" presName="tx1" presStyleLbl="revTx" presStyleIdx="4" presStyleCnt="13"/>
      <dgm:spPr/>
    </dgm:pt>
    <dgm:pt modelId="{7FEE5AB5-90AD-473A-95FB-0B375EB4C7AE}" type="pres">
      <dgm:prSet presAssocID="{328046BA-FA40-4D5E-AF56-D49D9DA1635E}" presName="vert1" presStyleCnt="0"/>
      <dgm:spPr/>
    </dgm:pt>
    <dgm:pt modelId="{0B568C66-9799-4987-87C6-BF42EBC09BED}" type="pres">
      <dgm:prSet presAssocID="{E1ACFF88-8B82-43A4-B3B2-E95370CE87BE}" presName="vertSpace2a" presStyleCnt="0"/>
      <dgm:spPr/>
    </dgm:pt>
    <dgm:pt modelId="{BB3E75A9-2B33-4904-9A61-09562B37029B}" type="pres">
      <dgm:prSet presAssocID="{E1ACFF88-8B82-43A4-B3B2-E95370CE87BE}" presName="horz2" presStyleCnt="0"/>
      <dgm:spPr/>
    </dgm:pt>
    <dgm:pt modelId="{4D2F47D7-19C0-48BA-B334-84909773AF33}" type="pres">
      <dgm:prSet presAssocID="{E1ACFF88-8B82-43A4-B3B2-E95370CE87BE}" presName="horzSpace2" presStyleCnt="0"/>
      <dgm:spPr/>
    </dgm:pt>
    <dgm:pt modelId="{140F77EF-CCE1-46EB-936D-A03C1ACB8D1E}" type="pres">
      <dgm:prSet presAssocID="{E1ACFF88-8B82-43A4-B3B2-E95370CE87BE}" presName="tx2" presStyleLbl="revTx" presStyleIdx="5" presStyleCnt="13"/>
      <dgm:spPr/>
    </dgm:pt>
    <dgm:pt modelId="{84CAC841-BA81-41C3-BD50-0DD67C8F9B4B}" type="pres">
      <dgm:prSet presAssocID="{E1ACFF88-8B82-43A4-B3B2-E95370CE87BE}" presName="vert2" presStyleCnt="0"/>
      <dgm:spPr/>
    </dgm:pt>
    <dgm:pt modelId="{38F0FE30-0653-4B13-99B8-1C0583D754B7}" type="pres">
      <dgm:prSet presAssocID="{E1ACFF88-8B82-43A4-B3B2-E95370CE87BE}" presName="thinLine2b" presStyleLbl="callout" presStyleIdx="3" presStyleCnt="9"/>
      <dgm:spPr/>
    </dgm:pt>
    <dgm:pt modelId="{F99ABA94-9FA4-44C2-9115-4572BD9C186B}" type="pres">
      <dgm:prSet presAssocID="{E1ACFF88-8B82-43A4-B3B2-E95370CE87BE}" presName="vertSpace2b" presStyleCnt="0"/>
      <dgm:spPr/>
    </dgm:pt>
    <dgm:pt modelId="{2F4DFB4D-33EF-4EC9-ACA3-DD1A787F3E4B}" type="pres">
      <dgm:prSet presAssocID="{3A852DFC-D1F2-4F2B-ABC3-335FFCEE257F}" presName="horz2" presStyleCnt="0"/>
      <dgm:spPr/>
    </dgm:pt>
    <dgm:pt modelId="{168671FF-6DBD-488B-A279-E8BD72217F05}" type="pres">
      <dgm:prSet presAssocID="{3A852DFC-D1F2-4F2B-ABC3-335FFCEE257F}" presName="horzSpace2" presStyleCnt="0"/>
      <dgm:spPr/>
    </dgm:pt>
    <dgm:pt modelId="{F3F72E9C-5FF1-4878-A95D-1E27AFA7E21D}" type="pres">
      <dgm:prSet presAssocID="{3A852DFC-D1F2-4F2B-ABC3-335FFCEE257F}" presName="tx2" presStyleLbl="revTx" presStyleIdx="6" presStyleCnt="13"/>
      <dgm:spPr/>
    </dgm:pt>
    <dgm:pt modelId="{8CD4C383-4216-4E9F-97EE-86F0C2D467D2}" type="pres">
      <dgm:prSet presAssocID="{3A852DFC-D1F2-4F2B-ABC3-335FFCEE257F}" presName="vert2" presStyleCnt="0"/>
      <dgm:spPr/>
    </dgm:pt>
    <dgm:pt modelId="{D1C52CAB-B22F-431C-85D2-C0E34F6A76FA}" type="pres">
      <dgm:prSet presAssocID="{3A852DFC-D1F2-4F2B-ABC3-335FFCEE257F}" presName="thinLine2b" presStyleLbl="callout" presStyleIdx="4" presStyleCnt="9"/>
      <dgm:spPr/>
    </dgm:pt>
    <dgm:pt modelId="{7DAA8742-E2E8-4408-A699-0414193CF3D1}" type="pres">
      <dgm:prSet presAssocID="{3A852DFC-D1F2-4F2B-ABC3-335FFCEE257F}" presName="vertSpace2b" presStyleCnt="0"/>
      <dgm:spPr/>
    </dgm:pt>
    <dgm:pt modelId="{572090F6-7C95-4D0A-8233-17923BE48114}" type="pres">
      <dgm:prSet presAssocID="{9A344FEA-4673-4102-B8C1-B577AC4E63EE}" presName="thickLine" presStyleLbl="alignNode1" presStyleIdx="2" presStyleCnt="4"/>
      <dgm:spPr/>
    </dgm:pt>
    <dgm:pt modelId="{EE6FD000-49C8-4E9C-812D-CB171FDBA792}" type="pres">
      <dgm:prSet presAssocID="{9A344FEA-4673-4102-B8C1-B577AC4E63EE}" presName="horz1" presStyleCnt="0"/>
      <dgm:spPr/>
    </dgm:pt>
    <dgm:pt modelId="{357C0BCB-AB8E-4BE6-A108-E0F6B5805E11}" type="pres">
      <dgm:prSet presAssocID="{9A344FEA-4673-4102-B8C1-B577AC4E63EE}" presName="tx1" presStyleLbl="revTx" presStyleIdx="7" presStyleCnt="13"/>
      <dgm:spPr/>
    </dgm:pt>
    <dgm:pt modelId="{E80393D4-CC67-4C1C-B115-1C37CFF5E65C}" type="pres">
      <dgm:prSet presAssocID="{9A344FEA-4673-4102-B8C1-B577AC4E63EE}" presName="vert1" presStyleCnt="0"/>
      <dgm:spPr/>
    </dgm:pt>
    <dgm:pt modelId="{3F46FBCC-0FCA-4593-9FC3-313833079805}" type="pres">
      <dgm:prSet presAssocID="{713A73AF-79B8-4C36-B141-C24A7C003B35}" presName="vertSpace2a" presStyleCnt="0"/>
      <dgm:spPr/>
    </dgm:pt>
    <dgm:pt modelId="{C633D13A-F124-414F-B7F5-E7309E342C77}" type="pres">
      <dgm:prSet presAssocID="{713A73AF-79B8-4C36-B141-C24A7C003B35}" presName="horz2" presStyleCnt="0"/>
      <dgm:spPr/>
    </dgm:pt>
    <dgm:pt modelId="{8B4DB6E9-617C-4424-88AA-A2E3A8B2E6B3}" type="pres">
      <dgm:prSet presAssocID="{713A73AF-79B8-4C36-B141-C24A7C003B35}" presName="horzSpace2" presStyleCnt="0"/>
      <dgm:spPr/>
    </dgm:pt>
    <dgm:pt modelId="{2B8E1A00-075E-4EB4-A286-892A7F057BF0}" type="pres">
      <dgm:prSet presAssocID="{713A73AF-79B8-4C36-B141-C24A7C003B35}" presName="tx2" presStyleLbl="revTx" presStyleIdx="8" presStyleCnt="13"/>
      <dgm:spPr/>
    </dgm:pt>
    <dgm:pt modelId="{EA1AA5C1-F1B2-43D3-B915-F79ED66AC38D}" type="pres">
      <dgm:prSet presAssocID="{713A73AF-79B8-4C36-B141-C24A7C003B35}" presName="vert2" presStyleCnt="0"/>
      <dgm:spPr/>
    </dgm:pt>
    <dgm:pt modelId="{307F6F42-20B1-4300-A227-3E9AD4B7EBBD}" type="pres">
      <dgm:prSet presAssocID="{713A73AF-79B8-4C36-B141-C24A7C003B35}" presName="thinLine2b" presStyleLbl="callout" presStyleIdx="5" presStyleCnt="9"/>
      <dgm:spPr/>
    </dgm:pt>
    <dgm:pt modelId="{517D25CC-6D7F-459C-8717-427CA42FA688}" type="pres">
      <dgm:prSet presAssocID="{713A73AF-79B8-4C36-B141-C24A7C003B35}" presName="vertSpace2b" presStyleCnt="0"/>
      <dgm:spPr/>
    </dgm:pt>
    <dgm:pt modelId="{EB779ABD-9102-45E9-8C4C-E872D1D9EDA7}" type="pres">
      <dgm:prSet presAssocID="{D143B3DD-0896-4FF3-ABA2-F5ACDF6BC465}" presName="horz2" presStyleCnt="0"/>
      <dgm:spPr/>
    </dgm:pt>
    <dgm:pt modelId="{01535B6B-8FAD-4B7D-AC52-A417B0B69F61}" type="pres">
      <dgm:prSet presAssocID="{D143B3DD-0896-4FF3-ABA2-F5ACDF6BC465}" presName="horzSpace2" presStyleCnt="0"/>
      <dgm:spPr/>
    </dgm:pt>
    <dgm:pt modelId="{D4D7BDD9-5D53-4E70-837F-9EC2AA3FD74C}" type="pres">
      <dgm:prSet presAssocID="{D143B3DD-0896-4FF3-ABA2-F5ACDF6BC465}" presName="tx2" presStyleLbl="revTx" presStyleIdx="9" presStyleCnt="13"/>
      <dgm:spPr/>
    </dgm:pt>
    <dgm:pt modelId="{87C4C98E-F2B1-4ADE-9A39-43BD8E42CE14}" type="pres">
      <dgm:prSet presAssocID="{D143B3DD-0896-4FF3-ABA2-F5ACDF6BC465}" presName="vert2" presStyleCnt="0"/>
      <dgm:spPr/>
    </dgm:pt>
    <dgm:pt modelId="{40F30047-D563-4E38-BCA5-DC116B04C6B9}" type="pres">
      <dgm:prSet presAssocID="{D143B3DD-0896-4FF3-ABA2-F5ACDF6BC465}" presName="thinLine2b" presStyleLbl="callout" presStyleIdx="6" presStyleCnt="9"/>
      <dgm:spPr/>
    </dgm:pt>
    <dgm:pt modelId="{1554668E-D4FC-4C49-BD85-BA0D30283B65}" type="pres">
      <dgm:prSet presAssocID="{D143B3DD-0896-4FF3-ABA2-F5ACDF6BC465}" presName="vertSpace2b" presStyleCnt="0"/>
      <dgm:spPr/>
    </dgm:pt>
    <dgm:pt modelId="{07945E38-9AE2-4F9D-B701-A6B5B6ED1A1B}" type="pres">
      <dgm:prSet presAssocID="{1DAF1285-9D92-45AC-B595-D40C549CDA47}" presName="thickLine" presStyleLbl="alignNode1" presStyleIdx="3" presStyleCnt="4"/>
      <dgm:spPr/>
    </dgm:pt>
    <dgm:pt modelId="{F15F8D96-C400-4503-98D1-FDF41CA1DAA4}" type="pres">
      <dgm:prSet presAssocID="{1DAF1285-9D92-45AC-B595-D40C549CDA47}" presName="horz1" presStyleCnt="0"/>
      <dgm:spPr/>
    </dgm:pt>
    <dgm:pt modelId="{546CB7E9-3BE3-41C2-A55D-CF0E9CE3D3A4}" type="pres">
      <dgm:prSet presAssocID="{1DAF1285-9D92-45AC-B595-D40C549CDA47}" presName="tx1" presStyleLbl="revTx" presStyleIdx="10" presStyleCnt="13"/>
      <dgm:spPr/>
    </dgm:pt>
    <dgm:pt modelId="{D072FC24-BCA7-4FC7-98C2-0B872AE7002E}" type="pres">
      <dgm:prSet presAssocID="{1DAF1285-9D92-45AC-B595-D40C549CDA47}" presName="vert1" presStyleCnt="0"/>
      <dgm:spPr/>
    </dgm:pt>
    <dgm:pt modelId="{5C0635CE-8496-499F-9614-B8240DEF92EE}" type="pres">
      <dgm:prSet presAssocID="{0285CEA9-4E41-4359-96A9-C171EF36E15E}" presName="vertSpace2a" presStyleCnt="0"/>
      <dgm:spPr/>
    </dgm:pt>
    <dgm:pt modelId="{A31FBDA2-3FC8-4EDB-8AC1-83A7E343B0DF}" type="pres">
      <dgm:prSet presAssocID="{0285CEA9-4E41-4359-96A9-C171EF36E15E}" presName="horz2" presStyleCnt="0"/>
      <dgm:spPr/>
    </dgm:pt>
    <dgm:pt modelId="{E4976C60-96C9-4703-B58D-C1AC82E8F874}" type="pres">
      <dgm:prSet presAssocID="{0285CEA9-4E41-4359-96A9-C171EF36E15E}" presName="horzSpace2" presStyleCnt="0"/>
      <dgm:spPr/>
    </dgm:pt>
    <dgm:pt modelId="{CDD08C3D-5771-4ADC-9F18-336D843CC452}" type="pres">
      <dgm:prSet presAssocID="{0285CEA9-4E41-4359-96A9-C171EF36E15E}" presName="tx2" presStyleLbl="revTx" presStyleIdx="11" presStyleCnt="13"/>
      <dgm:spPr/>
    </dgm:pt>
    <dgm:pt modelId="{9C839462-0A61-4072-91D3-41830C64F7D8}" type="pres">
      <dgm:prSet presAssocID="{0285CEA9-4E41-4359-96A9-C171EF36E15E}" presName="vert2" presStyleCnt="0"/>
      <dgm:spPr/>
    </dgm:pt>
    <dgm:pt modelId="{3E621C14-5550-4F6E-8D8C-04275FB0B4E7}" type="pres">
      <dgm:prSet presAssocID="{0285CEA9-4E41-4359-96A9-C171EF36E15E}" presName="thinLine2b" presStyleLbl="callout" presStyleIdx="7" presStyleCnt="9"/>
      <dgm:spPr/>
    </dgm:pt>
    <dgm:pt modelId="{63091D06-CF43-433D-AD3F-4B81910DD3A1}" type="pres">
      <dgm:prSet presAssocID="{0285CEA9-4E41-4359-96A9-C171EF36E15E}" presName="vertSpace2b" presStyleCnt="0"/>
      <dgm:spPr/>
    </dgm:pt>
    <dgm:pt modelId="{4BE8E9E7-5031-430E-BDF2-1CAF9897604D}" type="pres">
      <dgm:prSet presAssocID="{89A79BA1-4647-40A0-B84A-CAABBB3A863F}" presName="horz2" presStyleCnt="0"/>
      <dgm:spPr/>
    </dgm:pt>
    <dgm:pt modelId="{7DCCD605-525F-43B3-BBA0-8BE1AFA77344}" type="pres">
      <dgm:prSet presAssocID="{89A79BA1-4647-40A0-B84A-CAABBB3A863F}" presName="horzSpace2" presStyleCnt="0"/>
      <dgm:spPr/>
    </dgm:pt>
    <dgm:pt modelId="{5D5B4DF9-0BA6-4FB5-9E6D-A88ABF8F3FA9}" type="pres">
      <dgm:prSet presAssocID="{89A79BA1-4647-40A0-B84A-CAABBB3A863F}" presName="tx2" presStyleLbl="revTx" presStyleIdx="12" presStyleCnt="13"/>
      <dgm:spPr/>
    </dgm:pt>
    <dgm:pt modelId="{9288786D-6626-4EAA-BB22-A928D1870834}" type="pres">
      <dgm:prSet presAssocID="{89A79BA1-4647-40A0-B84A-CAABBB3A863F}" presName="vert2" presStyleCnt="0"/>
      <dgm:spPr/>
    </dgm:pt>
    <dgm:pt modelId="{E936DE2D-F3B0-480D-9DE5-4362CAA8E471}" type="pres">
      <dgm:prSet presAssocID="{89A79BA1-4647-40A0-B84A-CAABBB3A863F}" presName="thinLine2b" presStyleLbl="callout" presStyleIdx="8" presStyleCnt="9"/>
      <dgm:spPr/>
    </dgm:pt>
    <dgm:pt modelId="{242F0EA3-8AFA-417F-AF9D-F10323436DF8}" type="pres">
      <dgm:prSet presAssocID="{89A79BA1-4647-40A0-B84A-CAABBB3A863F}" presName="vertSpace2b" presStyleCnt="0"/>
      <dgm:spPr/>
    </dgm:pt>
  </dgm:ptLst>
  <dgm:cxnLst>
    <dgm:cxn modelId="{08B18E0C-EF54-4D46-AD14-C09F12D31F79}" srcId="{1DAF1285-9D92-45AC-B595-D40C549CDA47}" destId="{89A79BA1-4647-40A0-B84A-CAABBB3A863F}" srcOrd="1" destOrd="0" parTransId="{554B731B-F08B-4837-BD2B-22AA3D9C9F75}" sibTransId="{342EFAB0-F5FB-47EC-9477-A6149432764A}"/>
    <dgm:cxn modelId="{CC74AD10-2FE0-4AF4-9E13-E9525270D6A5}" type="presOf" srcId="{1DAF1285-9D92-45AC-B595-D40C549CDA47}" destId="{546CB7E9-3BE3-41C2-A55D-CF0E9CE3D3A4}" srcOrd="0" destOrd="0" presId="urn:microsoft.com/office/officeart/2008/layout/LinedList"/>
    <dgm:cxn modelId="{8C234C15-4E08-4A9D-A079-3EDD7867C435}" type="presOf" srcId="{89A79BA1-4647-40A0-B84A-CAABBB3A863F}" destId="{5D5B4DF9-0BA6-4FB5-9E6D-A88ABF8F3FA9}" srcOrd="0" destOrd="0" presId="urn:microsoft.com/office/officeart/2008/layout/LinedList"/>
    <dgm:cxn modelId="{3495611F-37DB-4192-88BC-4E5875F7CD1D}" srcId="{328046BA-FA40-4D5E-AF56-D49D9DA1635E}" destId="{E1ACFF88-8B82-43A4-B3B2-E95370CE87BE}" srcOrd="0" destOrd="0" parTransId="{65FC3426-F7E8-4F94-8E0B-8268EC9BCF7A}" sibTransId="{D42DB74F-57C2-4E36-9DA4-07DBAF038AE3}"/>
    <dgm:cxn modelId="{B7DA751F-F7E7-4279-BAA8-B16F5417C6B0}" srcId="{13EEFD67-F6CE-417A-83EE-42FE95D487CD}" destId="{1DAF1285-9D92-45AC-B595-D40C549CDA47}" srcOrd="3" destOrd="0" parTransId="{279C13D1-A441-4722-89A8-793EBA295B44}" sibTransId="{F03BB515-E229-4AF8-9C12-CA82BDFF4F17}"/>
    <dgm:cxn modelId="{1AD94921-B5A2-4041-B95A-B2EA85A56765}" type="presOf" srcId="{161671FC-1BC5-4AB9-8F28-502FB883C244}" destId="{60C5702E-A87C-42EB-BAA4-1469D424AEEF}" srcOrd="0" destOrd="0" presId="urn:microsoft.com/office/officeart/2008/layout/LinedList"/>
    <dgm:cxn modelId="{39FD4921-A872-4BDF-81DF-D9E99CF6BD45}" srcId="{13EEFD67-F6CE-417A-83EE-42FE95D487CD}" destId="{161671FC-1BC5-4AB9-8F28-502FB883C244}" srcOrd="0" destOrd="0" parTransId="{6B32D57B-D0C8-4AE3-9E55-FEE7D0DD4255}" sibTransId="{E003C853-A71E-47E6-B0ED-A85EF253BD38}"/>
    <dgm:cxn modelId="{025B5F2D-C18A-4237-8869-E8D335BDEC1A}" type="presOf" srcId="{713A73AF-79B8-4C36-B141-C24A7C003B35}" destId="{2B8E1A00-075E-4EB4-A286-892A7F057BF0}" srcOrd="0" destOrd="0" presId="urn:microsoft.com/office/officeart/2008/layout/LinedList"/>
    <dgm:cxn modelId="{3EA49E30-52C5-4CFD-822F-4E14300C45DB}" type="presOf" srcId="{13EEFD67-F6CE-417A-83EE-42FE95D487CD}" destId="{800D9E27-B5C6-4DD4-B7C0-635F1C8CF5FF}" srcOrd="0" destOrd="0" presId="urn:microsoft.com/office/officeart/2008/layout/LinedList"/>
    <dgm:cxn modelId="{FD6D4C3A-6A70-4304-AAC2-4D0B124818C7}" type="presOf" srcId="{3A852DFC-D1F2-4F2B-ABC3-335FFCEE257F}" destId="{F3F72E9C-5FF1-4878-A95D-1E27AFA7E21D}" srcOrd="0" destOrd="0" presId="urn:microsoft.com/office/officeart/2008/layout/LinedList"/>
    <dgm:cxn modelId="{EB00DC41-8750-487A-9093-ED0F91DF1435}" type="presOf" srcId="{328046BA-FA40-4D5E-AF56-D49D9DA1635E}" destId="{87F27BDD-53F1-47CA-9A83-56496A202880}" srcOrd="0" destOrd="0" presId="urn:microsoft.com/office/officeart/2008/layout/LinedList"/>
    <dgm:cxn modelId="{2810C844-CE7A-450B-8455-26539642485B}" srcId="{161671FC-1BC5-4AB9-8F28-502FB883C244}" destId="{DA30DF70-A7F1-4C87-97D0-9F40CD295FEF}" srcOrd="0" destOrd="0" parTransId="{14F4B087-9290-42D7-8BAB-A08BFC84F428}" sibTransId="{2F13B753-46BE-41B4-B3F2-1E27A84A0EB5}"/>
    <dgm:cxn modelId="{67A8EB6B-F329-4F6C-9E8C-EBA845FD50C5}" type="presOf" srcId="{9A344FEA-4673-4102-B8C1-B577AC4E63EE}" destId="{357C0BCB-AB8E-4BE6-A108-E0F6B5805E11}" srcOrd="0" destOrd="0" presId="urn:microsoft.com/office/officeart/2008/layout/LinedList"/>
    <dgm:cxn modelId="{2DD7B255-EB27-4E43-94D2-17383473F662}" type="presOf" srcId="{0285CEA9-4E41-4359-96A9-C171EF36E15E}" destId="{CDD08C3D-5771-4ADC-9F18-336D843CC452}" srcOrd="0" destOrd="0" presId="urn:microsoft.com/office/officeart/2008/layout/LinedList"/>
    <dgm:cxn modelId="{C256265A-969A-4DEA-AAEC-401AD26C076A}" srcId="{328046BA-FA40-4D5E-AF56-D49D9DA1635E}" destId="{3A852DFC-D1F2-4F2B-ABC3-335FFCEE257F}" srcOrd="1" destOrd="0" parTransId="{E09DF162-BDC5-4D22-ADC1-8D839D5494B2}" sibTransId="{A30BE1E8-D755-4620-87D0-CA4D23B568B0}"/>
    <dgm:cxn modelId="{7D4CF05A-509A-4A30-864C-F111FB5DF793}" type="presOf" srcId="{1E740165-F493-44DB-B7DE-1C8F54FC4891}" destId="{28E33CFA-81B4-4AD4-8A85-63CF062EF31E}" srcOrd="0" destOrd="0" presId="urn:microsoft.com/office/officeart/2008/layout/LinedList"/>
    <dgm:cxn modelId="{375CA386-CEC8-4C81-8FA0-FAFA3A2A7F99}" srcId="{161671FC-1BC5-4AB9-8F28-502FB883C244}" destId="{1E740165-F493-44DB-B7DE-1C8F54FC4891}" srcOrd="2" destOrd="0" parTransId="{67520839-AEF7-4CF5-9DA8-33D4D9C45C16}" sibTransId="{22DF768E-5637-4DFF-A255-C0879253CBD8}"/>
    <dgm:cxn modelId="{2B6C068F-74AD-4A26-AC77-C12963F9C803}" srcId="{13EEFD67-F6CE-417A-83EE-42FE95D487CD}" destId="{9A344FEA-4673-4102-B8C1-B577AC4E63EE}" srcOrd="2" destOrd="0" parTransId="{78EF3F9C-5C54-4C19-A994-DDEAE1FA3B03}" sibTransId="{7B8E3A8D-8653-4CAB-9DE9-102990A7B359}"/>
    <dgm:cxn modelId="{2D655B9A-3A1F-428C-9A69-E98E181161B0}" srcId="{9A344FEA-4673-4102-B8C1-B577AC4E63EE}" destId="{713A73AF-79B8-4C36-B141-C24A7C003B35}" srcOrd="0" destOrd="0" parTransId="{A1F0798C-D9DE-4B90-98B7-0DDC6A4B8CBE}" sibTransId="{F71C789A-494A-4B04-B914-3AF1C0F7F076}"/>
    <dgm:cxn modelId="{71AE6BA8-4ADB-45DC-926E-E4DFEFB5F3B0}" srcId="{13EEFD67-F6CE-417A-83EE-42FE95D487CD}" destId="{328046BA-FA40-4D5E-AF56-D49D9DA1635E}" srcOrd="1" destOrd="0" parTransId="{153484C5-325C-47E9-9BF1-8B1F479AB0A6}" sibTransId="{14A2C934-A36B-4E0D-9B56-3FA3C8B02FC1}"/>
    <dgm:cxn modelId="{4733A5B1-D25A-4851-B7E3-B71D33B958C7}" type="presOf" srcId="{D143B3DD-0896-4FF3-ABA2-F5ACDF6BC465}" destId="{D4D7BDD9-5D53-4E70-837F-9EC2AA3FD74C}" srcOrd="0" destOrd="0" presId="urn:microsoft.com/office/officeart/2008/layout/LinedList"/>
    <dgm:cxn modelId="{3352B2B6-4AB9-4AF3-8DD1-DC3BC2743517}" type="presOf" srcId="{DA30DF70-A7F1-4C87-97D0-9F40CD295FEF}" destId="{3E60882D-3FD0-440F-8902-10939C29C94F}" srcOrd="0" destOrd="0" presId="urn:microsoft.com/office/officeart/2008/layout/LinedList"/>
    <dgm:cxn modelId="{5FD583C8-3E47-4DC9-8CFB-857B3D3A971C}" type="presOf" srcId="{5E1896E8-DAEF-41DB-848F-1B0634DBF888}" destId="{412E079C-B44F-43B0-91C2-E5C93CEF553B}" srcOrd="0" destOrd="0" presId="urn:microsoft.com/office/officeart/2008/layout/LinedList"/>
    <dgm:cxn modelId="{7565CFE5-129E-4064-8B8A-70A57B2B15EC}" srcId="{161671FC-1BC5-4AB9-8F28-502FB883C244}" destId="{5E1896E8-DAEF-41DB-848F-1B0634DBF888}" srcOrd="1" destOrd="0" parTransId="{3ECADAC7-9110-45FA-8F16-A5CCFF82CFEA}" sibTransId="{9ED61039-C821-410B-8FC2-242D306524D8}"/>
    <dgm:cxn modelId="{4483DDEF-94E1-430E-91EF-105F457E0E0E}" type="presOf" srcId="{E1ACFF88-8B82-43A4-B3B2-E95370CE87BE}" destId="{140F77EF-CCE1-46EB-936D-A03C1ACB8D1E}" srcOrd="0" destOrd="0" presId="urn:microsoft.com/office/officeart/2008/layout/LinedList"/>
    <dgm:cxn modelId="{EB1EABF8-A761-4C65-AD0F-3D259C69AF3D}" srcId="{9A344FEA-4673-4102-B8C1-B577AC4E63EE}" destId="{D143B3DD-0896-4FF3-ABA2-F5ACDF6BC465}" srcOrd="1" destOrd="0" parTransId="{208C3C17-8EF1-4010-A6AB-0602D0D177CE}" sibTransId="{F539C21C-D432-4132-9842-697D0FA89662}"/>
    <dgm:cxn modelId="{544C9FFF-05EC-431F-B0F1-3537861F977F}" srcId="{1DAF1285-9D92-45AC-B595-D40C549CDA47}" destId="{0285CEA9-4E41-4359-96A9-C171EF36E15E}" srcOrd="0" destOrd="0" parTransId="{1D616911-9AAA-4A54-A787-0DDF4AA3C507}" sibTransId="{E3F9AF7F-D146-4BFF-8618-AFEB3CFCDB82}"/>
    <dgm:cxn modelId="{D4A3F693-0C1B-47B7-B0EC-95A0D2569A50}" type="presParOf" srcId="{800D9E27-B5C6-4DD4-B7C0-635F1C8CF5FF}" destId="{BE86C6BE-FB59-438E-852A-E7D648BF038D}" srcOrd="0" destOrd="0" presId="urn:microsoft.com/office/officeart/2008/layout/LinedList"/>
    <dgm:cxn modelId="{7043408B-F32C-4FCC-A9DA-CEAAF56D2531}" type="presParOf" srcId="{800D9E27-B5C6-4DD4-B7C0-635F1C8CF5FF}" destId="{65230125-D436-4FEF-829C-F8D60D06583A}" srcOrd="1" destOrd="0" presId="urn:microsoft.com/office/officeart/2008/layout/LinedList"/>
    <dgm:cxn modelId="{F0051CF5-7020-4923-9732-2C1C0EE97DC1}" type="presParOf" srcId="{65230125-D436-4FEF-829C-F8D60D06583A}" destId="{60C5702E-A87C-42EB-BAA4-1469D424AEEF}" srcOrd="0" destOrd="0" presId="urn:microsoft.com/office/officeart/2008/layout/LinedList"/>
    <dgm:cxn modelId="{CF4EFBB7-1D76-4D08-8CBC-CDA85855B176}" type="presParOf" srcId="{65230125-D436-4FEF-829C-F8D60D06583A}" destId="{4ACFD315-6CFC-4CFA-B38E-9F57C0BC5459}" srcOrd="1" destOrd="0" presId="urn:microsoft.com/office/officeart/2008/layout/LinedList"/>
    <dgm:cxn modelId="{74C75B1C-231B-4C83-B15D-57DEB0AFAC40}" type="presParOf" srcId="{4ACFD315-6CFC-4CFA-B38E-9F57C0BC5459}" destId="{E3C98B81-0A23-4249-98EE-A34960F5A97F}" srcOrd="0" destOrd="0" presId="urn:microsoft.com/office/officeart/2008/layout/LinedList"/>
    <dgm:cxn modelId="{8F40DC33-BE43-48E8-84B8-2422DAC17402}" type="presParOf" srcId="{4ACFD315-6CFC-4CFA-B38E-9F57C0BC5459}" destId="{8E4AE87C-2140-4720-BB76-388554899421}" srcOrd="1" destOrd="0" presId="urn:microsoft.com/office/officeart/2008/layout/LinedList"/>
    <dgm:cxn modelId="{F0750AE4-AE55-4FF7-9D90-154972A49ECF}" type="presParOf" srcId="{8E4AE87C-2140-4720-BB76-388554899421}" destId="{D47D4543-736B-4657-84BB-A91845D6EC20}" srcOrd="0" destOrd="0" presId="urn:microsoft.com/office/officeart/2008/layout/LinedList"/>
    <dgm:cxn modelId="{B40C070C-5236-4130-846C-6C03EC815C56}" type="presParOf" srcId="{8E4AE87C-2140-4720-BB76-388554899421}" destId="{3E60882D-3FD0-440F-8902-10939C29C94F}" srcOrd="1" destOrd="0" presId="urn:microsoft.com/office/officeart/2008/layout/LinedList"/>
    <dgm:cxn modelId="{81D7EB52-93A6-4F9D-B41A-C4E0F934D257}" type="presParOf" srcId="{8E4AE87C-2140-4720-BB76-388554899421}" destId="{07FEE695-7E40-4D49-B116-35E82B666B12}" srcOrd="2" destOrd="0" presId="urn:microsoft.com/office/officeart/2008/layout/LinedList"/>
    <dgm:cxn modelId="{5D6F9B08-B50D-4641-80C3-A0139DB330B7}" type="presParOf" srcId="{4ACFD315-6CFC-4CFA-B38E-9F57C0BC5459}" destId="{7792AAE5-C55E-4942-92D6-DED6ADADF864}" srcOrd="2" destOrd="0" presId="urn:microsoft.com/office/officeart/2008/layout/LinedList"/>
    <dgm:cxn modelId="{A7305D35-1159-4537-80C4-1F0481894F34}" type="presParOf" srcId="{4ACFD315-6CFC-4CFA-B38E-9F57C0BC5459}" destId="{A13E7134-3C6A-43A3-9865-EBED38F58C1F}" srcOrd="3" destOrd="0" presId="urn:microsoft.com/office/officeart/2008/layout/LinedList"/>
    <dgm:cxn modelId="{07F91D4E-28DF-4E58-9762-9286CD7A75BB}" type="presParOf" srcId="{4ACFD315-6CFC-4CFA-B38E-9F57C0BC5459}" destId="{DD430371-FFD8-40A5-8C34-B4A66B7DBAE9}" srcOrd="4" destOrd="0" presId="urn:microsoft.com/office/officeart/2008/layout/LinedList"/>
    <dgm:cxn modelId="{A00DD5F3-E480-4AC9-B3CC-7D1D4D2B5E35}" type="presParOf" srcId="{DD430371-FFD8-40A5-8C34-B4A66B7DBAE9}" destId="{7D6A4DFA-C600-4388-A3F5-401E4E4CCD62}" srcOrd="0" destOrd="0" presId="urn:microsoft.com/office/officeart/2008/layout/LinedList"/>
    <dgm:cxn modelId="{91A9ADF0-7E2B-4A4E-AD66-3B2EFFF93150}" type="presParOf" srcId="{DD430371-FFD8-40A5-8C34-B4A66B7DBAE9}" destId="{412E079C-B44F-43B0-91C2-E5C93CEF553B}" srcOrd="1" destOrd="0" presId="urn:microsoft.com/office/officeart/2008/layout/LinedList"/>
    <dgm:cxn modelId="{CC0EAF4F-0B18-44C8-931F-7EC926158FD6}" type="presParOf" srcId="{DD430371-FFD8-40A5-8C34-B4A66B7DBAE9}" destId="{7203517D-7978-4D95-A825-6FD280F887E0}" srcOrd="2" destOrd="0" presId="urn:microsoft.com/office/officeart/2008/layout/LinedList"/>
    <dgm:cxn modelId="{2B5A949C-4D66-4071-9E2F-18CE48AB4101}" type="presParOf" srcId="{4ACFD315-6CFC-4CFA-B38E-9F57C0BC5459}" destId="{731DC591-6393-400E-A825-2A4F9DC58C22}" srcOrd="5" destOrd="0" presId="urn:microsoft.com/office/officeart/2008/layout/LinedList"/>
    <dgm:cxn modelId="{AC3366BD-8565-4093-BC29-8B48D979BCD6}" type="presParOf" srcId="{4ACFD315-6CFC-4CFA-B38E-9F57C0BC5459}" destId="{4B2EDCC7-223C-4ADD-9B22-2BE4995ABE49}" srcOrd="6" destOrd="0" presId="urn:microsoft.com/office/officeart/2008/layout/LinedList"/>
    <dgm:cxn modelId="{CEDAF0CC-27F1-4AC8-9353-D4F1181750D7}" type="presParOf" srcId="{4ACFD315-6CFC-4CFA-B38E-9F57C0BC5459}" destId="{2AFA7FC1-784D-4822-98EB-6EB6E067ECA7}" srcOrd="7" destOrd="0" presId="urn:microsoft.com/office/officeart/2008/layout/LinedList"/>
    <dgm:cxn modelId="{C5D64325-CCC2-4E17-9969-C879E073329A}" type="presParOf" srcId="{2AFA7FC1-784D-4822-98EB-6EB6E067ECA7}" destId="{C73F6DEE-EC6D-44AE-B30D-42A00316F734}" srcOrd="0" destOrd="0" presId="urn:microsoft.com/office/officeart/2008/layout/LinedList"/>
    <dgm:cxn modelId="{76C4208D-0D70-4D2A-BE1C-DA6854FC9C35}" type="presParOf" srcId="{2AFA7FC1-784D-4822-98EB-6EB6E067ECA7}" destId="{28E33CFA-81B4-4AD4-8A85-63CF062EF31E}" srcOrd="1" destOrd="0" presId="urn:microsoft.com/office/officeart/2008/layout/LinedList"/>
    <dgm:cxn modelId="{D83F4977-287F-41CA-BA71-654549C96D71}" type="presParOf" srcId="{2AFA7FC1-784D-4822-98EB-6EB6E067ECA7}" destId="{2719E853-712B-43FC-823F-15AAC92E0274}" srcOrd="2" destOrd="0" presId="urn:microsoft.com/office/officeart/2008/layout/LinedList"/>
    <dgm:cxn modelId="{B34257C3-CF9C-40B0-A348-BCD82FDBA1F1}" type="presParOf" srcId="{4ACFD315-6CFC-4CFA-B38E-9F57C0BC5459}" destId="{88C3E174-D31D-40A0-B88B-49C81AE49E43}" srcOrd="8" destOrd="0" presId="urn:microsoft.com/office/officeart/2008/layout/LinedList"/>
    <dgm:cxn modelId="{18FF2E1C-D591-4D86-B197-E29FA5FD6740}" type="presParOf" srcId="{4ACFD315-6CFC-4CFA-B38E-9F57C0BC5459}" destId="{87D2E290-541D-4DA9-BDCA-017C5DDF4F41}" srcOrd="9" destOrd="0" presId="urn:microsoft.com/office/officeart/2008/layout/LinedList"/>
    <dgm:cxn modelId="{53C49FE8-F735-4CF9-A1ED-745AA8B24BA9}" type="presParOf" srcId="{800D9E27-B5C6-4DD4-B7C0-635F1C8CF5FF}" destId="{0BFA604D-89DC-421E-ACE2-9FAF2526952A}" srcOrd="2" destOrd="0" presId="urn:microsoft.com/office/officeart/2008/layout/LinedList"/>
    <dgm:cxn modelId="{4A81357B-EE4C-4C97-8ED4-36D2E6402B3C}" type="presParOf" srcId="{800D9E27-B5C6-4DD4-B7C0-635F1C8CF5FF}" destId="{BD5BA074-5B69-449C-95D1-5D3BE63C6C00}" srcOrd="3" destOrd="0" presId="urn:microsoft.com/office/officeart/2008/layout/LinedList"/>
    <dgm:cxn modelId="{4DB56510-89C1-4956-9D97-A0319AA67CC4}" type="presParOf" srcId="{BD5BA074-5B69-449C-95D1-5D3BE63C6C00}" destId="{87F27BDD-53F1-47CA-9A83-56496A202880}" srcOrd="0" destOrd="0" presId="urn:microsoft.com/office/officeart/2008/layout/LinedList"/>
    <dgm:cxn modelId="{18351D5F-CAA2-4057-9CD5-C221EA4B9080}" type="presParOf" srcId="{BD5BA074-5B69-449C-95D1-5D3BE63C6C00}" destId="{7FEE5AB5-90AD-473A-95FB-0B375EB4C7AE}" srcOrd="1" destOrd="0" presId="urn:microsoft.com/office/officeart/2008/layout/LinedList"/>
    <dgm:cxn modelId="{8BC207A2-D5F4-456F-9DF6-ABBAA2740630}" type="presParOf" srcId="{7FEE5AB5-90AD-473A-95FB-0B375EB4C7AE}" destId="{0B568C66-9799-4987-87C6-BF42EBC09BED}" srcOrd="0" destOrd="0" presId="urn:microsoft.com/office/officeart/2008/layout/LinedList"/>
    <dgm:cxn modelId="{BBCB5A8C-41A1-44A9-8698-95D1A73F3166}" type="presParOf" srcId="{7FEE5AB5-90AD-473A-95FB-0B375EB4C7AE}" destId="{BB3E75A9-2B33-4904-9A61-09562B37029B}" srcOrd="1" destOrd="0" presId="urn:microsoft.com/office/officeart/2008/layout/LinedList"/>
    <dgm:cxn modelId="{149FF0C3-044F-40F1-87AA-84016743D192}" type="presParOf" srcId="{BB3E75A9-2B33-4904-9A61-09562B37029B}" destId="{4D2F47D7-19C0-48BA-B334-84909773AF33}" srcOrd="0" destOrd="0" presId="urn:microsoft.com/office/officeart/2008/layout/LinedList"/>
    <dgm:cxn modelId="{98DE8A0A-BE71-459B-817B-A4E043C13245}" type="presParOf" srcId="{BB3E75A9-2B33-4904-9A61-09562B37029B}" destId="{140F77EF-CCE1-46EB-936D-A03C1ACB8D1E}" srcOrd="1" destOrd="0" presId="urn:microsoft.com/office/officeart/2008/layout/LinedList"/>
    <dgm:cxn modelId="{337D02B1-6B4F-4F55-94A5-E0BA19AC645D}" type="presParOf" srcId="{BB3E75A9-2B33-4904-9A61-09562B37029B}" destId="{84CAC841-BA81-41C3-BD50-0DD67C8F9B4B}" srcOrd="2" destOrd="0" presId="urn:microsoft.com/office/officeart/2008/layout/LinedList"/>
    <dgm:cxn modelId="{343E5E34-7112-4F13-96D7-DA3F33FD1C5D}" type="presParOf" srcId="{7FEE5AB5-90AD-473A-95FB-0B375EB4C7AE}" destId="{38F0FE30-0653-4B13-99B8-1C0583D754B7}" srcOrd="2" destOrd="0" presId="urn:microsoft.com/office/officeart/2008/layout/LinedList"/>
    <dgm:cxn modelId="{1A89FD67-F646-46FF-85EC-807471EC361B}" type="presParOf" srcId="{7FEE5AB5-90AD-473A-95FB-0B375EB4C7AE}" destId="{F99ABA94-9FA4-44C2-9115-4572BD9C186B}" srcOrd="3" destOrd="0" presId="urn:microsoft.com/office/officeart/2008/layout/LinedList"/>
    <dgm:cxn modelId="{47B97839-2035-4E2A-83D9-DEBFECC60DA4}" type="presParOf" srcId="{7FEE5AB5-90AD-473A-95FB-0B375EB4C7AE}" destId="{2F4DFB4D-33EF-4EC9-ACA3-DD1A787F3E4B}" srcOrd="4" destOrd="0" presId="urn:microsoft.com/office/officeart/2008/layout/LinedList"/>
    <dgm:cxn modelId="{868D7D8D-E340-4E8B-A98A-8CF7741452FA}" type="presParOf" srcId="{2F4DFB4D-33EF-4EC9-ACA3-DD1A787F3E4B}" destId="{168671FF-6DBD-488B-A279-E8BD72217F05}" srcOrd="0" destOrd="0" presId="urn:microsoft.com/office/officeart/2008/layout/LinedList"/>
    <dgm:cxn modelId="{668FA572-09DE-423A-9FD6-48FD1392D330}" type="presParOf" srcId="{2F4DFB4D-33EF-4EC9-ACA3-DD1A787F3E4B}" destId="{F3F72E9C-5FF1-4878-A95D-1E27AFA7E21D}" srcOrd="1" destOrd="0" presId="urn:microsoft.com/office/officeart/2008/layout/LinedList"/>
    <dgm:cxn modelId="{68E449BC-448D-4A14-B390-7B5C8FF403CD}" type="presParOf" srcId="{2F4DFB4D-33EF-4EC9-ACA3-DD1A787F3E4B}" destId="{8CD4C383-4216-4E9F-97EE-86F0C2D467D2}" srcOrd="2" destOrd="0" presId="urn:microsoft.com/office/officeart/2008/layout/LinedList"/>
    <dgm:cxn modelId="{B9876F95-A596-4EBD-A327-B277105DCAD1}" type="presParOf" srcId="{7FEE5AB5-90AD-473A-95FB-0B375EB4C7AE}" destId="{D1C52CAB-B22F-431C-85D2-C0E34F6A76FA}" srcOrd="5" destOrd="0" presId="urn:microsoft.com/office/officeart/2008/layout/LinedList"/>
    <dgm:cxn modelId="{D1FD1C06-58C9-4C66-BC6E-144980816AF9}" type="presParOf" srcId="{7FEE5AB5-90AD-473A-95FB-0B375EB4C7AE}" destId="{7DAA8742-E2E8-4408-A699-0414193CF3D1}" srcOrd="6" destOrd="0" presId="urn:microsoft.com/office/officeart/2008/layout/LinedList"/>
    <dgm:cxn modelId="{392A9D4E-F66C-4DE0-9ED0-1453C5A130D0}" type="presParOf" srcId="{800D9E27-B5C6-4DD4-B7C0-635F1C8CF5FF}" destId="{572090F6-7C95-4D0A-8233-17923BE48114}" srcOrd="4" destOrd="0" presId="urn:microsoft.com/office/officeart/2008/layout/LinedList"/>
    <dgm:cxn modelId="{07FBFE73-E800-4804-BCB8-92BA991A6A72}" type="presParOf" srcId="{800D9E27-B5C6-4DD4-B7C0-635F1C8CF5FF}" destId="{EE6FD000-49C8-4E9C-812D-CB171FDBA792}" srcOrd="5" destOrd="0" presId="urn:microsoft.com/office/officeart/2008/layout/LinedList"/>
    <dgm:cxn modelId="{798C1715-05DC-4976-A7B5-DC110551A61F}" type="presParOf" srcId="{EE6FD000-49C8-4E9C-812D-CB171FDBA792}" destId="{357C0BCB-AB8E-4BE6-A108-E0F6B5805E11}" srcOrd="0" destOrd="0" presId="urn:microsoft.com/office/officeart/2008/layout/LinedList"/>
    <dgm:cxn modelId="{E81D74F6-96AB-47A3-BA14-593BB4701AE0}" type="presParOf" srcId="{EE6FD000-49C8-4E9C-812D-CB171FDBA792}" destId="{E80393D4-CC67-4C1C-B115-1C37CFF5E65C}" srcOrd="1" destOrd="0" presId="urn:microsoft.com/office/officeart/2008/layout/LinedList"/>
    <dgm:cxn modelId="{4DC8452E-085E-4491-A156-FEB3C49DAA7A}" type="presParOf" srcId="{E80393D4-CC67-4C1C-B115-1C37CFF5E65C}" destId="{3F46FBCC-0FCA-4593-9FC3-313833079805}" srcOrd="0" destOrd="0" presId="urn:microsoft.com/office/officeart/2008/layout/LinedList"/>
    <dgm:cxn modelId="{2D3493C1-3AAB-4060-9884-F03157D0FF79}" type="presParOf" srcId="{E80393D4-CC67-4C1C-B115-1C37CFF5E65C}" destId="{C633D13A-F124-414F-B7F5-E7309E342C77}" srcOrd="1" destOrd="0" presId="urn:microsoft.com/office/officeart/2008/layout/LinedList"/>
    <dgm:cxn modelId="{31E2FC38-3821-4731-BDD5-EC81E238DF12}" type="presParOf" srcId="{C633D13A-F124-414F-B7F5-E7309E342C77}" destId="{8B4DB6E9-617C-4424-88AA-A2E3A8B2E6B3}" srcOrd="0" destOrd="0" presId="urn:microsoft.com/office/officeart/2008/layout/LinedList"/>
    <dgm:cxn modelId="{902EE613-6A2C-448E-8B74-F03112DA395F}" type="presParOf" srcId="{C633D13A-F124-414F-B7F5-E7309E342C77}" destId="{2B8E1A00-075E-4EB4-A286-892A7F057BF0}" srcOrd="1" destOrd="0" presId="urn:microsoft.com/office/officeart/2008/layout/LinedList"/>
    <dgm:cxn modelId="{45D3E6A3-5013-4C41-999A-1B10EEFAF2C0}" type="presParOf" srcId="{C633D13A-F124-414F-B7F5-E7309E342C77}" destId="{EA1AA5C1-F1B2-43D3-B915-F79ED66AC38D}" srcOrd="2" destOrd="0" presId="urn:microsoft.com/office/officeart/2008/layout/LinedList"/>
    <dgm:cxn modelId="{15B06667-6843-495E-B253-FF669A909D8F}" type="presParOf" srcId="{E80393D4-CC67-4C1C-B115-1C37CFF5E65C}" destId="{307F6F42-20B1-4300-A227-3E9AD4B7EBBD}" srcOrd="2" destOrd="0" presId="urn:microsoft.com/office/officeart/2008/layout/LinedList"/>
    <dgm:cxn modelId="{BC5576F9-AE01-4366-9517-8AE3F520E5D9}" type="presParOf" srcId="{E80393D4-CC67-4C1C-B115-1C37CFF5E65C}" destId="{517D25CC-6D7F-459C-8717-427CA42FA688}" srcOrd="3" destOrd="0" presId="urn:microsoft.com/office/officeart/2008/layout/LinedList"/>
    <dgm:cxn modelId="{D3D89826-5CC9-4C58-837D-421307A962DF}" type="presParOf" srcId="{E80393D4-CC67-4C1C-B115-1C37CFF5E65C}" destId="{EB779ABD-9102-45E9-8C4C-E872D1D9EDA7}" srcOrd="4" destOrd="0" presId="urn:microsoft.com/office/officeart/2008/layout/LinedList"/>
    <dgm:cxn modelId="{A34EFD5C-4704-468B-AE06-EBA21BF87808}" type="presParOf" srcId="{EB779ABD-9102-45E9-8C4C-E872D1D9EDA7}" destId="{01535B6B-8FAD-4B7D-AC52-A417B0B69F61}" srcOrd="0" destOrd="0" presId="urn:microsoft.com/office/officeart/2008/layout/LinedList"/>
    <dgm:cxn modelId="{5F209105-D7C6-4C39-98C8-79683A05386C}" type="presParOf" srcId="{EB779ABD-9102-45E9-8C4C-E872D1D9EDA7}" destId="{D4D7BDD9-5D53-4E70-837F-9EC2AA3FD74C}" srcOrd="1" destOrd="0" presId="urn:microsoft.com/office/officeart/2008/layout/LinedList"/>
    <dgm:cxn modelId="{740E91F5-81D6-4CB6-8FC1-2FA73EC26731}" type="presParOf" srcId="{EB779ABD-9102-45E9-8C4C-E872D1D9EDA7}" destId="{87C4C98E-F2B1-4ADE-9A39-43BD8E42CE14}" srcOrd="2" destOrd="0" presId="urn:microsoft.com/office/officeart/2008/layout/LinedList"/>
    <dgm:cxn modelId="{E87E3961-1795-42EF-B397-D524217EACFF}" type="presParOf" srcId="{E80393D4-CC67-4C1C-B115-1C37CFF5E65C}" destId="{40F30047-D563-4E38-BCA5-DC116B04C6B9}" srcOrd="5" destOrd="0" presId="urn:microsoft.com/office/officeart/2008/layout/LinedList"/>
    <dgm:cxn modelId="{2CA7F335-65C7-4A6A-9C7A-01E50637E765}" type="presParOf" srcId="{E80393D4-CC67-4C1C-B115-1C37CFF5E65C}" destId="{1554668E-D4FC-4C49-BD85-BA0D30283B65}" srcOrd="6" destOrd="0" presId="urn:microsoft.com/office/officeart/2008/layout/LinedList"/>
    <dgm:cxn modelId="{0ABB91E4-5A81-4138-94ED-47B0E8F0EF56}" type="presParOf" srcId="{800D9E27-B5C6-4DD4-B7C0-635F1C8CF5FF}" destId="{07945E38-9AE2-4F9D-B701-A6B5B6ED1A1B}" srcOrd="6" destOrd="0" presId="urn:microsoft.com/office/officeart/2008/layout/LinedList"/>
    <dgm:cxn modelId="{985B3071-2CB3-433F-A3AF-8F57DB888D3A}" type="presParOf" srcId="{800D9E27-B5C6-4DD4-B7C0-635F1C8CF5FF}" destId="{F15F8D96-C400-4503-98D1-FDF41CA1DAA4}" srcOrd="7" destOrd="0" presId="urn:microsoft.com/office/officeart/2008/layout/LinedList"/>
    <dgm:cxn modelId="{35DBFCCA-FADA-471A-828E-F0F3E4E3E1E9}" type="presParOf" srcId="{F15F8D96-C400-4503-98D1-FDF41CA1DAA4}" destId="{546CB7E9-3BE3-41C2-A55D-CF0E9CE3D3A4}" srcOrd="0" destOrd="0" presId="urn:microsoft.com/office/officeart/2008/layout/LinedList"/>
    <dgm:cxn modelId="{0F3F0A3C-DE61-430B-8B5F-4CEBD05329F8}" type="presParOf" srcId="{F15F8D96-C400-4503-98D1-FDF41CA1DAA4}" destId="{D072FC24-BCA7-4FC7-98C2-0B872AE7002E}" srcOrd="1" destOrd="0" presId="urn:microsoft.com/office/officeart/2008/layout/LinedList"/>
    <dgm:cxn modelId="{3139206A-1002-42D6-B3F2-6629914BECEF}" type="presParOf" srcId="{D072FC24-BCA7-4FC7-98C2-0B872AE7002E}" destId="{5C0635CE-8496-499F-9614-B8240DEF92EE}" srcOrd="0" destOrd="0" presId="urn:microsoft.com/office/officeart/2008/layout/LinedList"/>
    <dgm:cxn modelId="{7C0A3DFD-5905-41D3-B983-BB04A5926AE6}" type="presParOf" srcId="{D072FC24-BCA7-4FC7-98C2-0B872AE7002E}" destId="{A31FBDA2-3FC8-4EDB-8AC1-83A7E343B0DF}" srcOrd="1" destOrd="0" presId="urn:microsoft.com/office/officeart/2008/layout/LinedList"/>
    <dgm:cxn modelId="{B3C0B951-F2E7-461C-9F19-FC2521706B56}" type="presParOf" srcId="{A31FBDA2-3FC8-4EDB-8AC1-83A7E343B0DF}" destId="{E4976C60-96C9-4703-B58D-C1AC82E8F874}" srcOrd="0" destOrd="0" presId="urn:microsoft.com/office/officeart/2008/layout/LinedList"/>
    <dgm:cxn modelId="{8C19B277-2505-4082-9D2D-EB79EECBB3D9}" type="presParOf" srcId="{A31FBDA2-3FC8-4EDB-8AC1-83A7E343B0DF}" destId="{CDD08C3D-5771-4ADC-9F18-336D843CC452}" srcOrd="1" destOrd="0" presId="urn:microsoft.com/office/officeart/2008/layout/LinedList"/>
    <dgm:cxn modelId="{184261DB-76C2-4A8B-AE60-EC8CB79BD777}" type="presParOf" srcId="{A31FBDA2-3FC8-4EDB-8AC1-83A7E343B0DF}" destId="{9C839462-0A61-4072-91D3-41830C64F7D8}" srcOrd="2" destOrd="0" presId="urn:microsoft.com/office/officeart/2008/layout/LinedList"/>
    <dgm:cxn modelId="{BD1E2F27-F803-48B2-B755-719332812A6D}" type="presParOf" srcId="{D072FC24-BCA7-4FC7-98C2-0B872AE7002E}" destId="{3E621C14-5550-4F6E-8D8C-04275FB0B4E7}" srcOrd="2" destOrd="0" presId="urn:microsoft.com/office/officeart/2008/layout/LinedList"/>
    <dgm:cxn modelId="{56F41411-1A96-4EA5-BEE0-F96283C510B6}" type="presParOf" srcId="{D072FC24-BCA7-4FC7-98C2-0B872AE7002E}" destId="{63091D06-CF43-433D-AD3F-4B81910DD3A1}" srcOrd="3" destOrd="0" presId="urn:microsoft.com/office/officeart/2008/layout/LinedList"/>
    <dgm:cxn modelId="{4AD0C10A-F5EE-49DE-B005-5532E52AEFDA}" type="presParOf" srcId="{D072FC24-BCA7-4FC7-98C2-0B872AE7002E}" destId="{4BE8E9E7-5031-430E-BDF2-1CAF9897604D}" srcOrd="4" destOrd="0" presId="urn:microsoft.com/office/officeart/2008/layout/LinedList"/>
    <dgm:cxn modelId="{F32E27BC-C6C6-4812-B2F2-C0980CAE6504}" type="presParOf" srcId="{4BE8E9E7-5031-430E-BDF2-1CAF9897604D}" destId="{7DCCD605-525F-43B3-BBA0-8BE1AFA77344}" srcOrd="0" destOrd="0" presId="urn:microsoft.com/office/officeart/2008/layout/LinedList"/>
    <dgm:cxn modelId="{3D01438F-2B03-4CA7-8023-FCB8452EDFF3}" type="presParOf" srcId="{4BE8E9E7-5031-430E-BDF2-1CAF9897604D}" destId="{5D5B4DF9-0BA6-4FB5-9E6D-A88ABF8F3FA9}" srcOrd="1" destOrd="0" presId="urn:microsoft.com/office/officeart/2008/layout/LinedList"/>
    <dgm:cxn modelId="{3FEF8D9D-A107-4D92-B9AA-8B1FB5DE626C}" type="presParOf" srcId="{4BE8E9E7-5031-430E-BDF2-1CAF9897604D}" destId="{9288786D-6626-4EAA-BB22-A928D1870834}" srcOrd="2" destOrd="0" presId="urn:microsoft.com/office/officeart/2008/layout/LinedList"/>
    <dgm:cxn modelId="{ABCEE593-38D9-47DA-8C0A-F957B9EED738}" type="presParOf" srcId="{D072FC24-BCA7-4FC7-98C2-0B872AE7002E}" destId="{E936DE2D-F3B0-480D-9DE5-4362CAA8E471}" srcOrd="5" destOrd="0" presId="urn:microsoft.com/office/officeart/2008/layout/LinedList"/>
    <dgm:cxn modelId="{E84EC17F-507D-4A00-B65C-46383E23BF09}" type="presParOf" srcId="{D072FC24-BCA7-4FC7-98C2-0B872AE7002E}" destId="{242F0EA3-8AFA-417F-AF9D-F10323436DF8}" srcOrd="6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320450-F762-4447-AAEF-52ECE993B97A}">
      <dsp:nvSpPr>
        <dsp:cNvPr id="0" name=""/>
        <dsp:cNvSpPr/>
      </dsp:nvSpPr>
      <dsp:spPr>
        <a:xfrm>
          <a:off x="5501599" y="4019"/>
          <a:ext cx="695465" cy="452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>
              <a:latin typeface="Segoe UI" panose="020B0502040204020203" pitchFamily="34" charset="0"/>
              <a:cs typeface="Segoe UI" panose="020B0502040204020203" pitchFamily="34" charset="0"/>
            </a:rPr>
            <a:t>Credentials</a:t>
          </a:r>
        </a:p>
      </dsp:txBody>
      <dsp:txXfrm>
        <a:off x="5523666" y="26086"/>
        <a:ext cx="651331" cy="407918"/>
      </dsp:txXfrm>
    </dsp:sp>
    <dsp:sp modelId="{E69016D1-49EF-4789-AC0F-6C3766103276}">
      <dsp:nvSpPr>
        <dsp:cNvPr id="0" name=""/>
        <dsp:cNvSpPr/>
      </dsp:nvSpPr>
      <dsp:spPr>
        <a:xfrm>
          <a:off x="3623324" y="230045"/>
          <a:ext cx="4452015" cy="4452015"/>
        </a:xfrm>
        <a:custGeom>
          <a:avLst/>
          <a:gdLst/>
          <a:ahLst/>
          <a:cxnLst/>
          <a:rect l="0" t="0" r="0" b="0"/>
          <a:pathLst>
            <a:path>
              <a:moveTo>
                <a:pt x="2578000" y="28005"/>
              </a:moveTo>
              <a:arcTo wR="2226007" hR="2226007" stAng="16745893" swAng="653909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99E601-F151-4570-A157-F31489D65217}">
      <dsp:nvSpPr>
        <dsp:cNvPr id="0" name=""/>
        <dsp:cNvSpPr/>
      </dsp:nvSpPr>
      <dsp:spPr>
        <a:xfrm>
          <a:off x="6614603" y="302248"/>
          <a:ext cx="695465" cy="452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>
              <a:latin typeface="Segoe UI" panose="020B0502040204020203" pitchFamily="34" charset="0"/>
              <a:cs typeface="Segoe UI" panose="020B0502040204020203" pitchFamily="34" charset="0"/>
            </a:rPr>
            <a:t>Unpatched software</a:t>
          </a:r>
        </a:p>
      </dsp:txBody>
      <dsp:txXfrm>
        <a:off x="6636670" y="324315"/>
        <a:ext cx="651331" cy="407918"/>
      </dsp:txXfrm>
    </dsp:sp>
    <dsp:sp modelId="{8A4C0C05-31CF-4E4E-9325-E4C72D107B2E}">
      <dsp:nvSpPr>
        <dsp:cNvPr id="0" name=""/>
        <dsp:cNvSpPr/>
      </dsp:nvSpPr>
      <dsp:spPr>
        <a:xfrm>
          <a:off x="3623324" y="230045"/>
          <a:ext cx="4452015" cy="4452015"/>
        </a:xfrm>
        <a:custGeom>
          <a:avLst/>
          <a:gdLst/>
          <a:ahLst/>
          <a:cxnLst/>
          <a:rect l="0" t="0" r="0" b="0"/>
          <a:pathLst>
            <a:path>
              <a:moveTo>
                <a:pt x="3664794" y="527478"/>
              </a:moveTo>
              <a:arcTo wR="2226007" hR="2226007" stAng="18616032" swAng="757444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E4F54F-1F5B-4763-89DF-47F42D2C3A5B}">
      <dsp:nvSpPr>
        <dsp:cNvPr id="0" name=""/>
        <dsp:cNvSpPr/>
      </dsp:nvSpPr>
      <dsp:spPr>
        <a:xfrm>
          <a:off x="7429378" y="1117023"/>
          <a:ext cx="695465" cy="452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>
              <a:latin typeface="Segoe UI" panose="020B0502040204020203" pitchFamily="34" charset="0"/>
              <a:cs typeface="Segoe UI" panose="020B0502040204020203" pitchFamily="34" charset="0"/>
            </a:rPr>
            <a:t>Password issues</a:t>
          </a:r>
        </a:p>
      </dsp:txBody>
      <dsp:txXfrm>
        <a:off x="7451445" y="1139090"/>
        <a:ext cx="651331" cy="407918"/>
      </dsp:txXfrm>
    </dsp:sp>
    <dsp:sp modelId="{F78369DC-96ED-4621-98FE-8975A88DA2AF}">
      <dsp:nvSpPr>
        <dsp:cNvPr id="0" name=""/>
        <dsp:cNvSpPr/>
      </dsp:nvSpPr>
      <dsp:spPr>
        <a:xfrm>
          <a:off x="3623324" y="230045"/>
          <a:ext cx="4452015" cy="4452015"/>
        </a:xfrm>
        <a:custGeom>
          <a:avLst/>
          <a:gdLst/>
          <a:ahLst/>
          <a:cxnLst/>
          <a:rect l="0" t="0" r="0" b="0"/>
          <a:pathLst>
            <a:path>
              <a:moveTo>
                <a:pt x="4270381" y="1345300"/>
              </a:moveTo>
              <a:arcTo wR="2226007" hR="2226007" stAng="20201630" swAng="1038152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451BF2-414B-452F-9616-29AE64664B76}">
      <dsp:nvSpPr>
        <dsp:cNvPr id="0" name=""/>
        <dsp:cNvSpPr/>
      </dsp:nvSpPr>
      <dsp:spPr>
        <a:xfrm>
          <a:off x="7727607" y="2230027"/>
          <a:ext cx="695465" cy="452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>
              <a:latin typeface="Segoe UI" panose="020B0502040204020203" pitchFamily="34" charset="0"/>
              <a:cs typeface="Segoe UI" panose="020B0502040204020203" pitchFamily="34" charset="0"/>
            </a:rPr>
            <a:t>Misconfigurations</a:t>
          </a:r>
        </a:p>
      </dsp:txBody>
      <dsp:txXfrm>
        <a:off x="7749674" y="2252094"/>
        <a:ext cx="651331" cy="407918"/>
      </dsp:txXfrm>
    </dsp:sp>
    <dsp:sp modelId="{31616EF6-DB81-48EF-8E73-A05CF71E98F1}">
      <dsp:nvSpPr>
        <dsp:cNvPr id="0" name=""/>
        <dsp:cNvSpPr/>
      </dsp:nvSpPr>
      <dsp:spPr>
        <a:xfrm>
          <a:off x="3623324" y="230045"/>
          <a:ext cx="4452015" cy="4452015"/>
        </a:xfrm>
        <a:custGeom>
          <a:avLst/>
          <a:gdLst/>
          <a:ahLst/>
          <a:cxnLst/>
          <a:rect l="0" t="0" r="0" b="0"/>
          <a:pathLst>
            <a:path>
              <a:moveTo>
                <a:pt x="4439806" y="2458829"/>
              </a:moveTo>
              <a:arcTo wR="2226007" hR="2226007" stAng="360218" swAng="1038152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D712C1-D92E-4F0F-B463-6C680009356E}">
      <dsp:nvSpPr>
        <dsp:cNvPr id="0" name=""/>
        <dsp:cNvSpPr/>
      </dsp:nvSpPr>
      <dsp:spPr>
        <a:xfrm>
          <a:off x="7429378" y="3343031"/>
          <a:ext cx="695465" cy="452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>
              <a:latin typeface="Segoe UI" panose="020B0502040204020203" pitchFamily="34" charset="0"/>
              <a:cs typeface="Segoe UI" panose="020B0502040204020203" pitchFamily="34" charset="0"/>
            </a:rPr>
            <a:t>Encryption issues</a:t>
          </a:r>
        </a:p>
      </dsp:txBody>
      <dsp:txXfrm>
        <a:off x="7451445" y="3365098"/>
        <a:ext cx="651331" cy="407918"/>
      </dsp:txXfrm>
    </dsp:sp>
    <dsp:sp modelId="{999421C9-721D-4887-85B2-DCD9E858750E}">
      <dsp:nvSpPr>
        <dsp:cNvPr id="0" name=""/>
        <dsp:cNvSpPr/>
      </dsp:nvSpPr>
      <dsp:spPr>
        <a:xfrm>
          <a:off x="3623324" y="230045"/>
          <a:ext cx="4452015" cy="4452015"/>
        </a:xfrm>
        <a:custGeom>
          <a:avLst/>
          <a:gdLst/>
          <a:ahLst/>
          <a:cxnLst/>
          <a:rect l="0" t="0" r="0" b="0"/>
          <a:pathLst>
            <a:path>
              <a:moveTo>
                <a:pt x="4001230" y="3569023"/>
              </a:moveTo>
              <a:arcTo wR="2226007" hR="2226007" stAng="2226524" swAng="757444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C455C6-7FB7-4BA8-962D-8C36E58030CD}">
      <dsp:nvSpPr>
        <dsp:cNvPr id="0" name=""/>
        <dsp:cNvSpPr/>
      </dsp:nvSpPr>
      <dsp:spPr>
        <a:xfrm>
          <a:off x="6614603" y="4157806"/>
          <a:ext cx="695465" cy="452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>
              <a:latin typeface="Segoe UI" panose="020B0502040204020203" pitchFamily="34" charset="0"/>
              <a:cs typeface="Segoe UI" panose="020B0502040204020203" pitchFamily="34" charset="0"/>
            </a:rPr>
            <a:t>Network segmentation</a:t>
          </a:r>
        </a:p>
      </dsp:txBody>
      <dsp:txXfrm>
        <a:off x="6636670" y="4179873"/>
        <a:ext cx="651331" cy="407918"/>
      </dsp:txXfrm>
    </dsp:sp>
    <dsp:sp modelId="{C6CD3B9C-83D9-4C86-9A06-A9FDC4EAF096}">
      <dsp:nvSpPr>
        <dsp:cNvPr id="0" name=""/>
        <dsp:cNvSpPr/>
      </dsp:nvSpPr>
      <dsp:spPr>
        <a:xfrm>
          <a:off x="3623324" y="230045"/>
          <a:ext cx="4452015" cy="4452015"/>
        </a:xfrm>
        <a:custGeom>
          <a:avLst/>
          <a:gdLst/>
          <a:ahLst/>
          <a:cxnLst/>
          <a:rect l="0" t="0" r="0" b="0"/>
          <a:pathLst>
            <a:path>
              <a:moveTo>
                <a:pt x="2987226" y="4317814"/>
              </a:moveTo>
              <a:arcTo wR="2226007" hR="2226007" stAng="4200198" swAng="653909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37F2FA-53C7-4D87-8686-55C5F116E0BA}">
      <dsp:nvSpPr>
        <dsp:cNvPr id="0" name=""/>
        <dsp:cNvSpPr/>
      </dsp:nvSpPr>
      <dsp:spPr>
        <a:xfrm>
          <a:off x="5501599" y="4456034"/>
          <a:ext cx="695465" cy="452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>
              <a:latin typeface="Segoe UI" panose="020B0502040204020203" pitchFamily="34" charset="0"/>
              <a:cs typeface="Segoe UI" panose="020B0502040204020203" pitchFamily="34" charset="0"/>
            </a:rPr>
            <a:t>IAM</a:t>
          </a:r>
        </a:p>
      </dsp:txBody>
      <dsp:txXfrm>
        <a:off x="5523666" y="4478101"/>
        <a:ext cx="651331" cy="407918"/>
      </dsp:txXfrm>
    </dsp:sp>
    <dsp:sp modelId="{F81576E2-1755-4DCE-AD34-EED27EA3BE56}">
      <dsp:nvSpPr>
        <dsp:cNvPr id="0" name=""/>
        <dsp:cNvSpPr/>
      </dsp:nvSpPr>
      <dsp:spPr>
        <a:xfrm>
          <a:off x="3623324" y="230045"/>
          <a:ext cx="4452015" cy="4452015"/>
        </a:xfrm>
        <a:custGeom>
          <a:avLst/>
          <a:gdLst/>
          <a:ahLst/>
          <a:cxnLst/>
          <a:rect l="0" t="0" r="0" b="0"/>
          <a:pathLst>
            <a:path>
              <a:moveTo>
                <a:pt x="1874014" y="4424009"/>
              </a:moveTo>
              <a:arcTo wR="2226007" hR="2226007" stAng="5945893" swAng="653909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13568C-EB7B-41B2-BF06-DC43C9FD8AA6}">
      <dsp:nvSpPr>
        <dsp:cNvPr id="0" name=""/>
        <dsp:cNvSpPr/>
      </dsp:nvSpPr>
      <dsp:spPr>
        <a:xfrm>
          <a:off x="4388595" y="4157806"/>
          <a:ext cx="695465" cy="452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>
              <a:latin typeface="Segoe UI" panose="020B0502040204020203" pitchFamily="34" charset="0"/>
              <a:cs typeface="Segoe UI" panose="020B0502040204020203" pitchFamily="34" charset="0"/>
            </a:rPr>
            <a:t>Denial of service attack</a:t>
          </a:r>
        </a:p>
      </dsp:txBody>
      <dsp:txXfrm>
        <a:off x="4410662" y="4179873"/>
        <a:ext cx="651331" cy="407918"/>
      </dsp:txXfrm>
    </dsp:sp>
    <dsp:sp modelId="{81ECF2FB-5BF8-401C-9869-13758E75AC80}">
      <dsp:nvSpPr>
        <dsp:cNvPr id="0" name=""/>
        <dsp:cNvSpPr/>
      </dsp:nvSpPr>
      <dsp:spPr>
        <a:xfrm>
          <a:off x="3623324" y="230045"/>
          <a:ext cx="4452015" cy="4452015"/>
        </a:xfrm>
        <a:custGeom>
          <a:avLst/>
          <a:gdLst/>
          <a:ahLst/>
          <a:cxnLst/>
          <a:rect l="0" t="0" r="0" b="0"/>
          <a:pathLst>
            <a:path>
              <a:moveTo>
                <a:pt x="787220" y="3924536"/>
              </a:moveTo>
              <a:arcTo wR="2226007" hR="2226007" stAng="7816032" swAng="757444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14C8B4-B4A5-4EB3-8E81-2380E5B4FCF0}">
      <dsp:nvSpPr>
        <dsp:cNvPr id="0" name=""/>
        <dsp:cNvSpPr/>
      </dsp:nvSpPr>
      <dsp:spPr>
        <a:xfrm>
          <a:off x="3573820" y="3343031"/>
          <a:ext cx="695465" cy="452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>
              <a:latin typeface="Segoe UI" panose="020B0502040204020203" pitchFamily="34" charset="0"/>
              <a:cs typeface="Segoe UI" panose="020B0502040204020203" pitchFamily="34" charset="0"/>
            </a:rPr>
            <a:t>Phishing, Web and Ransomware</a:t>
          </a:r>
        </a:p>
      </dsp:txBody>
      <dsp:txXfrm>
        <a:off x="3595887" y="3365098"/>
        <a:ext cx="651331" cy="407918"/>
      </dsp:txXfrm>
    </dsp:sp>
    <dsp:sp modelId="{40F531FB-A005-465C-985B-94D2885C7DC3}">
      <dsp:nvSpPr>
        <dsp:cNvPr id="0" name=""/>
        <dsp:cNvSpPr/>
      </dsp:nvSpPr>
      <dsp:spPr>
        <a:xfrm>
          <a:off x="3623324" y="230045"/>
          <a:ext cx="4452015" cy="4452015"/>
        </a:xfrm>
        <a:custGeom>
          <a:avLst/>
          <a:gdLst/>
          <a:ahLst/>
          <a:cxnLst/>
          <a:rect l="0" t="0" r="0" b="0"/>
          <a:pathLst>
            <a:path>
              <a:moveTo>
                <a:pt x="181633" y="3106715"/>
              </a:moveTo>
              <a:arcTo wR="2226007" hR="2226007" stAng="9401630" swAng="1038152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01AFA4-8360-407B-82D0-A556530E80E3}">
      <dsp:nvSpPr>
        <dsp:cNvPr id="0" name=""/>
        <dsp:cNvSpPr/>
      </dsp:nvSpPr>
      <dsp:spPr>
        <a:xfrm>
          <a:off x="3275591" y="2230027"/>
          <a:ext cx="695465" cy="452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>
              <a:latin typeface="Segoe UI" panose="020B0502040204020203" pitchFamily="34" charset="0"/>
              <a:cs typeface="Segoe UI" panose="020B0502040204020203" pitchFamily="34" charset="0"/>
            </a:rPr>
            <a:t>Malicious insiders</a:t>
          </a:r>
        </a:p>
      </dsp:txBody>
      <dsp:txXfrm>
        <a:off x="3297658" y="2252094"/>
        <a:ext cx="651331" cy="407918"/>
      </dsp:txXfrm>
    </dsp:sp>
    <dsp:sp modelId="{45B276B0-B979-4307-8056-1C1002C41F44}">
      <dsp:nvSpPr>
        <dsp:cNvPr id="0" name=""/>
        <dsp:cNvSpPr/>
      </dsp:nvSpPr>
      <dsp:spPr>
        <a:xfrm>
          <a:off x="3623324" y="230045"/>
          <a:ext cx="4452015" cy="4452015"/>
        </a:xfrm>
        <a:custGeom>
          <a:avLst/>
          <a:gdLst/>
          <a:ahLst/>
          <a:cxnLst/>
          <a:rect l="0" t="0" r="0" b="0"/>
          <a:pathLst>
            <a:path>
              <a:moveTo>
                <a:pt x="12209" y="1993186"/>
              </a:moveTo>
              <a:arcTo wR="2226007" hR="2226007" stAng="11160218" swAng="1038152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5802CA-A088-4B84-852D-48D26CC1EB95}">
      <dsp:nvSpPr>
        <dsp:cNvPr id="0" name=""/>
        <dsp:cNvSpPr/>
      </dsp:nvSpPr>
      <dsp:spPr>
        <a:xfrm>
          <a:off x="3573820" y="1117023"/>
          <a:ext cx="695465" cy="452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>
              <a:latin typeface="Segoe UI" panose="020B0502040204020203" pitchFamily="34" charset="0"/>
              <a:cs typeface="Segoe UI" panose="020B0502040204020203" pitchFamily="34" charset="0"/>
            </a:rPr>
            <a:t>Trust relationships</a:t>
          </a:r>
        </a:p>
      </dsp:txBody>
      <dsp:txXfrm>
        <a:off x="3595887" y="1139090"/>
        <a:ext cx="651331" cy="407918"/>
      </dsp:txXfrm>
    </dsp:sp>
    <dsp:sp modelId="{DE0EA282-41C3-41EE-9138-188CD9C9A301}">
      <dsp:nvSpPr>
        <dsp:cNvPr id="0" name=""/>
        <dsp:cNvSpPr/>
      </dsp:nvSpPr>
      <dsp:spPr>
        <a:xfrm>
          <a:off x="3623324" y="230045"/>
          <a:ext cx="4452015" cy="4452015"/>
        </a:xfrm>
        <a:custGeom>
          <a:avLst/>
          <a:gdLst/>
          <a:ahLst/>
          <a:cxnLst/>
          <a:rect l="0" t="0" r="0" b="0"/>
          <a:pathLst>
            <a:path>
              <a:moveTo>
                <a:pt x="450784" y="882991"/>
              </a:moveTo>
              <a:arcTo wR="2226007" hR="2226007" stAng="13026524" swAng="757444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C311A6-3184-48C2-931E-9E57D9CF247F}">
      <dsp:nvSpPr>
        <dsp:cNvPr id="0" name=""/>
        <dsp:cNvSpPr/>
      </dsp:nvSpPr>
      <dsp:spPr>
        <a:xfrm>
          <a:off x="4388595" y="302248"/>
          <a:ext cx="695465" cy="4520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>
              <a:latin typeface="Segoe UI" panose="020B0502040204020203" pitchFamily="34" charset="0"/>
              <a:cs typeface="Segoe UI" panose="020B0502040204020203" pitchFamily="34" charset="0"/>
            </a:rPr>
            <a:t>Zero days </a:t>
          </a:r>
        </a:p>
      </dsp:txBody>
      <dsp:txXfrm>
        <a:off x="4410662" y="324315"/>
        <a:ext cx="651331" cy="407918"/>
      </dsp:txXfrm>
    </dsp:sp>
    <dsp:sp modelId="{5FED651C-EDBE-44D1-B2A5-5C1C6C7546E2}">
      <dsp:nvSpPr>
        <dsp:cNvPr id="0" name=""/>
        <dsp:cNvSpPr/>
      </dsp:nvSpPr>
      <dsp:spPr>
        <a:xfrm>
          <a:off x="3623324" y="230045"/>
          <a:ext cx="4452015" cy="4452015"/>
        </a:xfrm>
        <a:custGeom>
          <a:avLst/>
          <a:gdLst/>
          <a:ahLst/>
          <a:cxnLst/>
          <a:rect l="0" t="0" r="0" b="0"/>
          <a:pathLst>
            <a:path>
              <a:moveTo>
                <a:pt x="1464788" y="134200"/>
              </a:moveTo>
              <a:arcTo wR="2226007" hR="2226007" stAng="15000198" swAng="653909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69DCAB-6D53-40AD-B8D0-976BC9353BE9}">
      <dsp:nvSpPr>
        <dsp:cNvPr id="0" name=""/>
        <dsp:cNvSpPr/>
      </dsp:nvSpPr>
      <dsp:spPr>
        <a:xfrm>
          <a:off x="1783237" y="0"/>
          <a:ext cx="5486399" cy="5486399"/>
        </a:xfrm>
        <a:prstGeom prst="ellipse">
          <a:avLst/>
        </a:prstGeom>
        <a:solidFill>
          <a:schemeClr val="lt1"/>
        </a:solidFill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>
              <a:latin typeface="Segoe UI" panose="020B0502040204020203" pitchFamily="34" charset="0"/>
              <a:cs typeface="Segoe UI" panose="020B0502040204020203" pitchFamily="34" charset="0"/>
            </a:rPr>
            <a:t>Policies</a:t>
          </a:r>
        </a:p>
      </dsp:txBody>
      <dsp:txXfrm>
        <a:off x="3497737" y="274319"/>
        <a:ext cx="2057399" cy="548639"/>
      </dsp:txXfrm>
    </dsp:sp>
    <dsp:sp modelId="{999C9FD2-A15C-4F37-90F9-AA896F91EE5C}">
      <dsp:nvSpPr>
        <dsp:cNvPr id="0" name=""/>
        <dsp:cNvSpPr/>
      </dsp:nvSpPr>
      <dsp:spPr>
        <a:xfrm>
          <a:off x="2194717" y="822959"/>
          <a:ext cx="4663439" cy="4663439"/>
        </a:xfrm>
        <a:prstGeom prst="ellipse">
          <a:avLst/>
        </a:prstGeom>
        <a:solidFill>
          <a:schemeClr val="lt1"/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>
              <a:latin typeface="Segoe UI" panose="020B0502040204020203" pitchFamily="34" charset="0"/>
              <a:cs typeface="Segoe UI" panose="020B0502040204020203" pitchFamily="34" charset="0"/>
            </a:rPr>
            <a:t>Physical</a:t>
          </a:r>
        </a:p>
      </dsp:txBody>
      <dsp:txXfrm>
        <a:off x="3520882" y="1091107"/>
        <a:ext cx="2011108" cy="536295"/>
      </dsp:txXfrm>
    </dsp:sp>
    <dsp:sp modelId="{CAC33704-7216-48F8-9ECF-A129033BB556}">
      <dsp:nvSpPr>
        <dsp:cNvPr id="0" name=""/>
        <dsp:cNvSpPr/>
      </dsp:nvSpPr>
      <dsp:spPr>
        <a:xfrm>
          <a:off x="2606197" y="1645919"/>
          <a:ext cx="3840479" cy="3840479"/>
        </a:xfrm>
        <a:prstGeom prst="ellipse">
          <a:avLst/>
        </a:prstGeom>
        <a:solidFill>
          <a:schemeClr val="lt1"/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>
              <a:latin typeface="Segoe UI" panose="020B0502040204020203" pitchFamily="34" charset="0"/>
              <a:cs typeface="Segoe UI" panose="020B0502040204020203" pitchFamily="34" charset="0"/>
            </a:rPr>
            <a:t>Perimeter</a:t>
          </a:r>
        </a:p>
      </dsp:txBody>
      <dsp:txXfrm>
        <a:off x="3532712" y="1910912"/>
        <a:ext cx="1987448" cy="529986"/>
      </dsp:txXfrm>
    </dsp:sp>
    <dsp:sp modelId="{B2D95902-D885-4751-924A-49F6F311C419}">
      <dsp:nvSpPr>
        <dsp:cNvPr id="0" name=""/>
        <dsp:cNvSpPr/>
      </dsp:nvSpPr>
      <dsp:spPr>
        <a:xfrm>
          <a:off x="3017677" y="2468879"/>
          <a:ext cx="3017519" cy="3017519"/>
        </a:xfrm>
        <a:prstGeom prst="ellipse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>
              <a:latin typeface="Segoe UI" panose="020B0502040204020203" pitchFamily="34" charset="0"/>
              <a:cs typeface="Segoe UI" panose="020B0502040204020203" pitchFamily="34" charset="0"/>
            </a:rPr>
            <a:t>Network</a:t>
          </a:r>
        </a:p>
      </dsp:txBody>
      <dsp:txXfrm>
        <a:off x="3711706" y="2740456"/>
        <a:ext cx="1629460" cy="543153"/>
      </dsp:txXfrm>
    </dsp:sp>
    <dsp:sp modelId="{3194548B-9037-4EAA-9A1B-8253E085D04C}">
      <dsp:nvSpPr>
        <dsp:cNvPr id="0" name=""/>
        <dsp:cNvSpPr/>
      </dsp:nvSpPr>
      <dsp:spPr>
        <a:xfrm>
          <a:off x="3429157" y="3291839"/>
          <a:ext cx="2194559" cy="2194559"/>
        </a:xfrm>
        <a:prstGeom prst="ellipse">
          <a:avLst/>
        </a:prstGeom>
        <a:solidFill>
          <a:schemeClr val="lt1"/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>
              <a:latin typeface="Segoe UI" panose="020B0502040204020203" pitchFamily="34" charset="0"/>
              <a:cs typeface="Segoe UI" panose="020B0502040204020203" pitchFamily="34" charset="0"/>
            </a:rPr>
            <a:t>Endpoint</a:t>
          </a:r>
        </a:p>
      </dsp:txBody>
      <dsp:txXfrm>
        <a:off x="3813205" y="3566159"/>
        <a:ext cx="1426463" cy="548639"/>
      </dsp:txXfrm>
    </dsp:sp>
    <dsp:sp modelId="{73F1B770-AF46-49D6-BF46-EA15520ADFF3}">
      <dsp:nvSpPr>
        <dsp:cNvPr id="0" name=""/>
        <dsp:cNvSpPr/>
      </dsp:nvSpPr>
      <dsp:spPr>
        <a:xfrm>
          <a:off x="3840637" y="4114799"/>
          <a:ext cx="1371599" cy="1371599"/>
        </a:xfrm>
        <a:prstGeom prst="ellipse">
          <a:avLst/>
        </a:prstGeom>
        <a:solidFill>
          <a:schemeClr val="lt1"/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>
              <a:latin typeface="Segoe UI" panose="020B0502040204020203" pitchFamily="34" charset="0"/>
              <a:cs typeface="Segoe UI" panose="020B0502040204020203" pitchFamily="34" charset="0"/>
            </a:rPr>
            <a:t>Application</a:t>
          </a:r>
        </a:p>
      </dsp:txBody>
      <dsp:txXfrm>
        <a:off x="4060093" y="4319853"/>
        <a:ext cx="932687" cy="330555"/>
      </dsp:txXfrm>
    </dsp:sp>
    <dsp:sp modelId="{B6D27357-A6D5-47C4-8157-A4B416282135}">
      <dsp:nvSpPr>
        <dsp:cNvPr id="0" name=""/>
        <dsp:cNvSpPr/>
      </dsp:nvSpPr>
      <dsp:spPr>
        <a:xfrm>
          <a:off x="4114957" y="4663439"/>
          <a:ext cx="822959" cy="822959"/>
        </a:xfrm>
        <a:prstGeom prst="ellipse">
          <a:avLst/>
        </a:prstGeom>
        <a:solidFill>
          <a:schemeClr val="lt1"/>
        </a:solidFill>
        <a:ln w="12700" cap="flat" cmpd="sng" algn="ctr">
          <a:solidFill>
            <a:srgbClr val="7030A0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>
              <a:latin typeface="Segoe UI" panose="020B0502040204020203" pitchFamily="34" charset="0"/>
              <a:cs typeface="Segoe UI" panose="020B0502040204020203" pitchFamily="34" charset="0"/>
            </a:rPr>
            <a:t>Data</a:t>
          </a:r>
        </a:p>
      </dsp:txBody>
      <dsp:txXfrm>
        <a:off x="4235476" y="4869179"/>
        <a:ext cx="581920" cy="41147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1B970A-F1A8-4664-B5CD-156D9E2D2A4D}">
      <dsp:nvSpPr>
        <dsp:cNvPr id="0" name=""/>
        <dsp:cNvSpPr/>
      </dsp:nvSpPr>
      <dsp:spPr>
        <a:xfrm>
          <a:off x="8083538" y="1036701"/>
          <a:ext cx="128113" cy="34249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24900"/>
              </a:lnTo>
              <a:lnTo>
                <a:pt x="128113" y="342490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3085215-8E8B-4506-AA3C-D54DD00F8E87}">
      <dsp:nvSpPr>
        <dsp:cNvPr id="0" name=""/>
        <dsp:cNvSpPr/>
      </dsp:nvSpPr>
      <dsp:spPr>
        <a:xfrm>
          <a:off x="8083538" y="1036701"/>
          <a:ext cx="128113" cy="28184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18496"/>
              </a:lnTo>
              <a:lnTo>
                <a:pt x="128113" y="281849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72777D-1D25-4681-A6BB-FA508B4FBFDF}">
      <dsp:nvSpPr>
        <dsp:cNvPr id="0" name=""/>
        <dsp:cNvSpPr/>
      </dsp:nvSpPr>
      <dsp:spPr>
        <a:xfrm>
          <a:off x="8083538" y="1036701"/>
          <a:ext cx="128113" cy="22120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12092"/>
              </a:lnTo>
              <a:lnTo>
                <a:pt x="128113" y="221209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ADB4E5-1BD8-48F2-93AC-482F57D80683}">
      <dsp:nvSpPr>
        <dsp:cNvPr id="0" name=""/>
        <dsp:cNvSpPr/>
      </dsp:nvSpPr>
      <dsp:spPr>
        <a:xfrm>
          <a:off x="8083538" y="1036701"/>
          <a:ext cx="128113" cy="16056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05688"/>
              </a:lnTo>
              <a:lnTo>
                <a:pt x="128113" y="160568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DCADE6-AE75-4E02-B576-FFAFDF73BCC6}">
      <dsp:nvSpPr>
        <dsp:cNvPr id="0" name=""/>
        <dsp:cNvSpPr/>
      </dsp:nvSpPr>
      <dsp:spPr>
        <a:xfrm>
          <a:off x="8083538" y="1036701"/>
          <a:ext cx="128113" cy="9992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99285"/>
              </a:lnTo>
              <a:lnTo>
                <a:pt x="128113" y="9992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B16E91-9616-49AF-B959-F66AFA21452B}">
      <dsp:nvSpPr>
        <dsp:cNvPr id="0" name=""/>
        <dsp:cNvSpPr/>
      </dsp:nvSpPr>
      <dsp:spPr>
        <a:xfrm>
          <a:off x="8083538" y="1036701"/>
          <a:ext cx="128113" cy="3928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2881"/>
              </a:lnTo>
              <a:lnTo>
                <a:pt x="128113" y="39288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D22080-EDEF-48B1-8985-D1A7B67E4568}">
      <dsp:nvSpPr>
        <dsp:cNvPr id="0" name=""/>
        <dsp:cNvSpPr/>
      </dsp:nvSpPr>
      <dsp:spPr>
        <a:xfrm>
          <a:off x="5841552" y="430297"/>
          <a:ext cx="2583621" cy="1793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9679"/>
              </a:lnTo>
              <a:lnTo>
                <a:pt x="2583621" y="89679"/>
              </a:lnTo>
              <a:lnTo>
                <a:pt x="2583621" y="17935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0D707E-B304-44BC-9C29-966F46A25479}">
      <dsp:nvSpPr>
        <dsp:cNvPr id="0" name=""/>
        <dsp:cNvSpPr/>
      </dsp:nvSpPr>
      <dsp:spPr>
        <a:xfrm>
          <a:off x="7050089" y="1036701"/>
          <a:ext cx="128113" cy="34249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24900"/>
              </a:lnTo>
              <a:lnTo>
                <a:pt x="128113" y="342490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D262F3-F0DD-4E86-9997-86E844F6C704}">
      <dsp:nvSpPr>
        <dsp:cNvPr id="0" name=""/>
        <dsp:cNvSpPr/>
      </dsp:nvSpPr>
      <dsp:spPr>
        <a:xfrm>
          <a:off x="7050089" y="1036701"/>
          <a:ext cx="128113" cy="28184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18496"/>
              </a:lnTo>
              <a:lnTo>
                <a:pt x="128113" y="281849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F4CFF5-30E6-4BB0-988E-8AEBE249DF71}">
      <dsp:nvSpPr>
        <dsp:cNvPr id="0" name=""/>
        <dsp:cNvSpPr/>
      </dsp:nvSpPr>
      <dsp:spPr>
        <a:xfrm>
          <a:off x="7050089" y="1036701"/>
          <a:ext cx="128113" cy="22120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12092"/>
              </a:lnTo>
              <a:lnTo>
                <a:pt x="128113" y="221209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11A8C4-7EC9-4DE7-A837-167EB72335B7}">
      <dsp:nvSpPr>
        <dsp:cNvPr id="0" name=""/>
        <dsp:cNvSpPr/>
      </dsp:nvSpPr>
      <dsp:spPr>
        <a:xfrm>
          <a:off x="7050089" y="1036701"/>
          <a:ext cx="128113" cy="16056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05688"/>
              </a:lnTo>
              <a:lnTo>
                <a:pt x="128113" y="160568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A1697D-FCA6-495C-A55B-6B8D6DCC9479}">
      <dsp:nvSpPr>
        <dsp:cNvPr id="0" name=""/>
        <dsp:cNvSpPr/>
      </dsp:nvSpPr>
      <dsp:spPr>
        <a:xfrm>
          <a:off x="7050089" y="1036701"/>
          <a:ext cx="128113" cy="9992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99285"/>
              </a:lnTo>
              <a:lnTo>
                <a:pt x="128113" y="9992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E2D040-37C7-4F89-A002-36EFC7AB5DDB}">
      <dsp:nvSpPr>
        <dsp:cNvPr id="0" name=""/>
        <dsp:cNvSpPr/>
      </dsp:nvSpPr>
      <dsp:spPr>
        <a:xfrm>
          <a:off x="7050089" y="1036701"/>
          <a:ext cx="128113" cy="3928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2881"/>
              </a:lnTo>
              <a:lnTo>
                <a:pt x="128113" y="39288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E0D45E-E222-4169-B16A-D4032DD9DEA2}">
      <dsp:nvSpPr>
        <dsp:cNvPr id="0" name=""/>
        <dsp:cNvSpPr/>
      </dsp:nvSpPr>
      <dsp:spPr>
        <a:xfrm>
          <a:off x="5841552" y="430297"/>
          <a:ext cx="1550173" cy="1793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9679"/>
              </a:lnTo>
              <a:lnTo>
                <a:pt x="1550173" y="89679"/>
              </a:lnTo>
              <a:lnTo>
                <a:pt x="1550173" y="17935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5160D77-93E4-4181-9D04-9B9DDFE4AD8B}">
      <dsp:nvSpPr>
        <dsp:cNvPr id="0" name=""/>
        <dsp:cNvSpPr/>
      </dsp:nvSpPr>
      <dsp:spPr>
        <a:xfrm>
          <a:off x="6016640" y="1036701"/>
          <a:ext cx="128113" cy="28184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18496"/>
              </a:lnTo>
              <a:lnTo>
                <a:pt x="128113" y="281849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B60F02-2A6C-4277-AC6F-9BA227F293F9}">
      <dsp:nvSpPr>
        <dsp:cNvPr id="0" name=""/>
        <dsp:cNvSpPr/>
      </dsp:nvSpPr>
      <dsp:spPr>
        <a:xfrm>
          <a:off x="6016640" y="1036701"/>
          <a:ext cx="128113" cy="22120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12092"/>
              </a:lnTo>
              <a:lnTo>
                <a:pt x="128113" y="221209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0534CE-E808-4102-9E46-E793497C8B70}">
      <dsp:nvSpPr>
        <dsp:cNvPr id="0" name=""/>
        <dsp:cNvSpPr/>
      </dsp:nvSpPr>
      <dsp:spPr>
        <a:xfrm>
          <a:off x="6016640" y="1036701"/>
          <a:ext cx="128113" cy="16056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05688"/>
              </a:lnTo>
              <a:lnTo>
                <a:pt x="128113" y="160568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53E154-1AB3-4A7A-8C92-8FF40E4FF3AC}">
      <dsp:nvSpPr>
        <dsp:cNvPr id="0" name=""/>
        <dsp:cNvSpPr/>
      </dsp:nvSpPr>
      <dsp:spPr>
        <a:xfrm>
          <a:off x="6016640" y="1036701"/>
          <a:ext cx="128113" cy="9992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99285"/>
              </a:lnTo>
              <a:lnTo>
                <a:pt x="128113" y="9992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C03444-91BA-4404-8498-BFB09264464B}">
      <dsp:nvSpPr>
        <dsp:cNvPr id="0" name=""/>
        <dsp:cNvSpPr/>
      </dsp:nvSpPr>
      <dsp:spPr>
        <a:xfrm>
          <a:off x="6016640" y="1036701"/>
          <a:ext cx="128113" cy="3928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2881"/>
              </a:lnTo>
              <a:lnTo>
                <a:pt x="128113" y="39288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B1F665-0E31-4075-9726-A25426DC4445}">
      <dsp:nvSpPr>
        <dsp:cNvPr id="0" name=""/>
        <dsp:cNvSpPr/>
      </dsp:nvSpPr>
      <dsp:spPr>
        <a:xfrm>
          <a:off x="5841552" y="430297"/>
          <a:ext cx="516724" cy="1793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9679"/>
              </a:lnTo>
              <a:lnTo>
                <a:pt x="516724" y="89679"/>
              </a:lnTo>
              <a:lnTo>
                <a:pt x="516724" y="17935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6E4D0F-8B0E-43E5-B02F-3E8240560F8B}">
      <dsp:nvSpPr>
        <dsp:cNvPr id="0" name=""/>
        <dsp:cNvSpPr/>
      </dsp:nvSpPr>
      <dsp:spPr>
        <a:xfrm>
          <a:off x="4983192" y="1036701"/>
          <a:ext cx="128113" cy="22120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12092"/>
              </a:lnTo>
              <a:lnTo>
                <a:pt x="128113" y="221209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07A0B7-49AB-4285-80D8-72C137CA6335}">
      <dsp:nvSpPr>
        <dsp:cNvPr id="0" name=""/>
        <dsp:cNvSpPr/>
      </dsp:nvSpPr>
      <dsp:spPr>
        <a:xfrm>
          <a:off x="4983192" y="1036701"/>
          <a:ext cx="128113" cy="16056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05688"/>
              </a:lnTo>
              <a:lnTo>
                <a:pt x="128113" y="160568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359D01-A1E4-43BD-A51B-C11374DC6CBD}">
      <dsp:nvSpPr>
        <dsp:cNvPr id="0" name=""/>
        <dsp:cNvSpPr/>
      </dsp:nvSpPr>
      <dsp:spPr>
        <a:xfrm>
          <a:off x="4983192" y="1036701"/>
          <a:ext cx="128113" cy="9992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99285"/>
              </a:lnTo>
              <a:lnTo>
                <a:pt x="128113" y="9992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7E2590-AE3E-4355-B611-241EAAF8BBD4}">
      <dsp:nvSpPr>
        <dsp:cNvPr id="0" name=""/>
        <dsp:cNvSpPr/>
      </dsp:nvSpPr>
      <dsp:spPr>
        <a:xfrm>
          <a:off x="4983192" y="1036701"/>
          <a:ext cx="128113" cy="3928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2881"/>
              </a:lnTo>
              <a:lnTo>
                <a:pt x="128113" y="39288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4A72B9-D174-42F8-9E71-652C012DF8DB}">
      <dsp:nvSpPr>
        <dsp:cNvPr id="0" name=""/>
        <dsp:cNvSpPr/>
      </dsp:nvSpPr>
      <dsp:spPr>
        <a:xfrm>
          <a:off x="5324827" y="430297"/>
          <a:ext cx="516724" cy="179358"/>
        </a:xfrm>
        <a:custGeom>
          <a:avLst/>
          <a:gdLst/>
          <a:ahLst/>
          <a:cxnLst/>
          <a:rect l="0" t="0" r="0" b="0"/>
          <a:pathLst>
            <a:path>
              <a:moveTo>
                <a:pt x="516724" y="0"/>
              </a:moveTo>
              <a:lnTo>
                <a:pt x="516724" y="89679"/>
              </a:lnTo>
              <a:lnTo>
                <a:pt x="0" y="89679"/>
              </a:lnTo>
              <a:lnTo>
                <a:pt x="0" y="17935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3DE8F0-4299-4549-BAC3-B7A3CA8D4AAC}">
      <dsp:nvSpPr>
        <dsp:cNvPr id="0" name=""/>
        <dsp:cNvSpPr/>
      </dsp:nvSpPr>
      <dsp:spPr>
        <a:xfrm>
          <a:off x="3949743" y="1036701"/>
          <a:ext cx="128113" cy="52441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244111"/>
              </a:lnTo>
              <a:lnTo>
                <a:pt x="128113" y="524411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98D8BE-5AF7-40D6-A400-7D826567CBC3}">
      <dsp:nvSpPr>
        <dsp:cNvPr id="0" name=""/>
        <dsp:cNvSpPr/>
      </dsp:nvSpPr>
      <dsp:spPr>
        <a:xfrm>
          <a:off x="3949743" y="1036701"/>
          <a:ext cx="128113" cy="46377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37707"/>
              </a:lnTo>
              <a:lnTo>
                <a:pt x="128113" y="463770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660244-7068-4561-9705-95A124933AEE}">
      <dsp:nvSpPr>
        <dsp:cNvPr id="0" name=""/>
        <dsp:cNvSpPr/>
      </dsp:nvSpPr>
      <dsp:spPr>
        <a:xfrm>
          <a:off x="3949743" y="1036701"/>
          <a:ext cx="128113" cy="40313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31303"/>
              </a:lnTo>
              <a:lnTo>
                <a:pt x="128113" y="403130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B5518E-519D-4B77-B513-FCA563249958}">
      <dsp:nvSpPr>
        <dsp:cNvPr id="0" name=""/>
        <dsp:cNvSpPr/>
      </dsp:nvSpPr>
      <dsp:spPr>
        <a:xfrm>
          <a:off x="3949743" y="1036701"/>
          <a:ext cx="128113" cy="34249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24900"/>
              </a:lnTo>
              <a:lnTo>
                <a:pt x="128113" y="342490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25AB58-1714-484F-8339-4AA34F0C37B9}">
      <dsp:nvSpPr>
        <dsp:cNvPr id="0" name=""/>
        <dsp:cNvSpPr/>
      </dsp:nvSpPr>
      <dsp:spPr>
        <a:xfrm>
          <a:off x="3949743" y="1036701"/>
          <a:ext cx="128113" cy="28184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18496"/>
              </a:lnTo>
              <a:lnTo>
                <a:pt x="128113" y="281849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74BD62-F397-4DFD-9B15-F1B80DA4916F}">
      <dsp:nvSpPr>
        <dsp:cNvPr id="0" name=""/>
        <dsp:cNvSpPr/>
      </dsp:nvSpPr>
      <dsp:spPr>
        <a:xfrm>
          <a:off x="3949743" y="1036701"/>
          <a:ext cx="128113" cy="22120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12092"/>
              </a:lnTo>
              <a:lnTo>
                <a:pt x="128113" y="221209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E03E5D-B0F6-44BD-A36D-6B411B10F9C3}">
      <dsp:nvSpPr>
        <dsp:cNvPr id="0" name=""/>
        <dsp:cNvSpPr/>
      </dsp:nvSpPr>
      <dsp:spPr>
        <a:xfrm>
          <a:off x="3949743" y="1036701"/>
          <a:ext cx="128113" cy="16056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05688"/>
              </a:lnTo>
              <a:lnTo>
                <a:pt x="128113" y="160568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754AB5-C73B-445B-AEC1-9C9208EEAFA8}">
      <dsp:nvSpPr>
        <dsp:cNvPr id="0" name=""/>
        <dsp:cNvSpPr/>
      </dsp:nvSpPr>
      <dsp:spPr>
        <a:xfrm>
          <a:off x="3949743" y="1036701"/>
          <a:ext cx="128113" cy="9992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99285"/>
              </a:lnTo>
              <a:lnTo>
                <a:pt x="128113" y="9992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EEAFE6-81A6-464D-A4B2-A86365281F2A}">
      <dsp:nvSpPr>
        <dsp:cNvPr id="0" name=""/>
        <dsp:cNvSpPr/>
      </dsp:nvSpPr>
      <dsp:spPr>
        <a:xfrm>
          <a:off x="3949743" y="1036701"/>
          <a:ext cx="128113" cy="3928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2881"/>
              </a:lnTo>
              <a:lnTo>
                <a:pt x="128113" y="39288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85392E-E761-47EB-9D8B-B1275470E130}">
      <dsp:nvSpPr>
        <dsp:cNvPr id="0" name=""/>
        <dsp:cNvSpPr/>
      </dsp:nvSpPr>
      <dsp:spPr>
        <a:xfrm>
          <a:off x="4291379" y="430297"/>
          <a:ext cx="1550173" cy="179358"/>
        </a:xfrm>
        <a:custGeom>
          <a:avLst/>
          <a:gdLst/>
          <a:ahLst/>
          <a:cxnLst/>
          <a:rect l="0" t="0" r="0" b="0"/>
          <a:pathLst>
            <a:path>
              <a:moveTo>
                <a:pt x="1550173" y="0"/>
              </a:moveTo>
              <a:lnTo>
                <a:pt x="1550173" y="89679"/>
              </a:lnTo>
              <a:lnTo>
                <a:pt x="0" y="89679"/>
              </a:lnTo>
              <a:lnTo>
                <a:pt x="0" y="17935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0B777C-D32A-428C-8B54-1B8586EB5C63}">
      <dsp:nvSpPr>
        <dsp:cNvPr id="0" name=""/>
        <dsp:cNvSpPr/>
      </dsp:nvSpPr>
      <dsp:spPr>
        <a:xfrm>
          <a:off x="537910" y="1036701"/>
          <a:ext cx="565082" cy="28184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18496"/>
              </a:lnTo>
              <a:lnTo>
                <a:pt x="565082" y="281849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E02B62-49E6-4F41-A9FC-F3828DD40C74}">
      <dsp:nvSpPr>
        <dsp:cNvPr id="0" name=""/>
        <dsp:cNvSpPr/>
      </dsp:nvSpPr>
      <dsp:spPr>
        <a:xfrm>
          <a:off x="537910" y="1036701"/>
          <a:ext cx="565082" cy="22120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12092"/>
              </a:lnTo>
              <a:lnTo>
                <a:pt x="565082" y="221209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59B2E4-96DF-4E06-B21D-876AD97BBB12}">
      <dsp:nvSpPr>
        <dsp:cNvPr id="0" name=""/>
        <dsp:cNvSpPr/>
      </dsp:nvSpPr>
      <dsp:spPr>
        <a:xfrm>
          <a:off x="537910" y="1036701"/>
          <a:ext cx="565082" cy="16056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05688"/>
              </a:lnTo>
              <a:lnTo>
                <a:pt x="565082" y="160568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33EBE2-3E6A-46C5-9CD6-494C8A327E0E}">
      <dsp:nvSpPr>
        <dsp:cNvPr id="0" name=""/>
        <dsp:cNvSpPr/>
      </dsp:nvSpPr>
      <dsp:spPr>
        <a:xfrm>
          <a:off x="537910" y="1036701"/>
          <a:ext cx="565082" cy="9992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99285"/>
              </a:lnTo>
              <a:lnTo>
                <a:pt x="565082" y="9992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42807C-C0C4-4A11-94AB-5C0066D44507}">
      <dsp:nvSpPr>
        <dsp:cNvPr id="0" name=""/>
        <dsp:cNvSpPr/>
      </dsp:nvSpPr>
      <dsp:spPr>
        <a:xfrm>
          <a:off x="537910" y="1036701"/>
          <a:ext cx="555611" cy="4494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49443"/>
              </a:lnTo>
              <a:lnTo>
                <a:pt x="555611" y="44944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04F7AE-07E2-4F50-B999-3624BA7F1A1C}">
      <dsp:nvSpPr>
        <dsp:cNvPr id="0" name=""/>
        <dsp:cNvSpPr/>
      </dsp:nvSpPr>
      <dsp:spPr>
        <a:xfrm>
          <a:off x="879546" y="430297"/>
          <a:ext cx="4962005" cy="179358"/>
        </a:xfrm>
        <a:custGeom>
          <a:avLst/>
          <a:gdLst/>
          <a:ahLst/>
          <a:cxnLst/>
          <a:rect l="0" t="0" r="0" b="0"/>
          <a:pathLst>
            <a:path>
              <a:moveTo>
                <a:pt x="4962005" y="0"/>
              </a:moveTo>
              <a:lnTo>
                <a:pt x="4962005" y="89679"/>
              </a:lnTo>
              <a:lnTo>
                <a:pt x="0" y="89679"/>
              </a:lnTo>
              <a:lnTo>
                <a:pt x="0" y="17935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4E8EB8-695A-4165-8D26-67BD1BCC2DEF}">
      <dsp:nvSpPr>
        <dsp:cNvPr id="0" name=""/>
        <dsp:cNvSpPr/>
      </dsp:nvSpPr>
      <dsp:spPr>
        <a:xfrm>
          <a:off x="5414507" y="3252"/>
          <a:ext cx="854089" cy="427044"/>
        </a:xfrm>
        <a:prstGeom prst="roundRect">
          <a:avLst/>
        </a:prstGeom>
        <a:gradFill rotWithShape="1">
          <a:gsLst>
            <a:gs pos="0">
              <a:schemeClr val="accent1">
                <a:satMod val="103000"/>
                <a:lumMod val="102000"/>
                <a:tint val="94000"/>
              </a:schemeClr>
            </a:gs>
            <a:gs pos="50000">
              <a:schemeClr val="accent1">
                <a:satMod val="110000"/>
                <a:lumMod val="100000"/>
                <a:shade val="100000"/>
              </a:schemeClr>
            </a:gs>
            <a:gs pos="100000">
              <a:schemeClr val="accent1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Project Risk</a:t>
          </a:r>
          <a:endParaRPr lang="en-IN" sz="800" kern="1200" dirty="0"/>
        </a:p>
      </dsp:txBody>
      <dsp:txXfrm>
        <a:off x="5435354" y="24099"/>
        <a:ext cx="812395" cy="385350"/>
      </dsp:txXfrm>
    </dsp:sp>
    <dsp:sp modelId="{4C9B8C19-D51F-4519-9461-DD8651FB6DD7}">
      <dsp:nvSpPr>
        <dsp:cNvPr id="0" name=""/>
        <dsp:cNvSpPr/>
      </dsp:nvSpPr>
      <dsp:spPr>
        <a:xfrm>
          <a:off x="452501" y="609656"/>
          <a:ext cx="854089" cy="427044"/>
        </a:xfrm>
        <a:prstGeom prst="roundRect">
          <a:avLst/>
        </a:prstGeom>
        <a:gradFill rotWithShape="1">
          <a:gsLst>
            <a:gs pos="0">
              <a:schemeClr val="accent1">
                <a:lumMod val="110000"/>
                <a:satMod val="105000"/>
                <a:tint val="67000"/>
              </a:schemeClr>
            </a:gs>
            <a:gs pos="5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Application security</a:t>
          </a:r>
          <a:endParaRPr lang="en-IN" sz="800" kern="1200" dirty="0"/>
        </a:p>
      </dsp:txBody>
      <dsp:txXfrm>
        <a:off x="473348" y="630503"/>
        <a:ext cx="812395" cy="385350"/>
      </dsp:txXfrm>
    </dsp:sp>
    <dsp:sp modelId="{707A7EAF-7024-4186-9ABA-AA7D74CB8367}">
      <dsp:nvSpPr>
        <dsp:cNvPr id="0" name=""/>
        <dsp:cNvSpPr/>
      </dsp:nvSpPr>
      <dsp:spPr>
        <a:xfrm>
          <a:off x="1093521" y="1272622"/>
          <a:ext cx="854089" cy="427044"/>
        </a:xfrm>
        <a:prstGeom prst="rect">
          <a:avLst/>
        </a:prstGeom>
        <a:gradFill rotWithShape="1">
          <a:gsLst>
            <a:gs pos="0">
              <a:schemeClr val="accent1">
                <a:lumMod val="110000"/>
                <a:satMod val="105000"/>
                <a:tint val="67000"/>
              </a:schemeClr>
            </a:gs>
            <a:gs pos="5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Authentication</a:t>
          </a:r>
          <a:endParaRPr lang="en-IN" sz="800" kern="1200" dirty="0"/>
        </a:p>
      </dsp:txBody>
      <dsp:txXfrm>
        <a:off x="1093521" y="1272622"/>
        <a:ext cx="854089" cy="427044"/>
      </dsp:txXfrm>
    </dsp:sp>
    <dsp:sp modelId="{1DD42153-D8D1-486B-A2E1-838A09092E52}">
      <dsp:nvSpPr>
        <dsp:cNvPr id="0" name=""/>
        <dsp:cNvSpPr/>
      </dsp:nvSpPr>
      <dsp:spPr>
        <a:xfrm>
          <a:off x="1102993" y="1822464"/>
          <a:ext cx="854089" cy="427044"/>
        </a:xfrm>
        <a:prstGeom prst="rect">
          <a:avLst/>
        </a:prstGeom>
        <a:gradFill rotWithShape="1">
          <a:gsLst>
            <a:gs pos="0">
              <a:schemeClr val="accent1">
                <a:lumMod val="110000"/>
                <a:satMod val="105000"/>
                <a:tint val="67000"/>
              </a:schemeClr>
            </a:gs>
            <a:gs pos="5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Authorization</a:t>
          </a:r>
          <a:endParaRPr lang="en-IN" sz="800" kern="1200" dirty="0"/>
        </a:p>
      </dsp:txBody>
      <dsp:txXfrm>
        <a:off x="1102993" y="1822464"/>
        <a:ext cx="854089" cy="427044"/>
      </dsp:txXfrm>
    </dsp:sp>
    <dsp:sp modelId="{054D5A40-7733-46CB-86EE-E4DF84A2430F}">
      <dsp:nvSpPr>
        <dsp:cNvPr id="0" name=""/>
        <dsp:cNvSpPr/>
      </dsp:nvSpPr>
      <dsp:spPr>
        <a:xfrm>
          <a:off x="1102993" y="2428867"/>
          <a:ext cx="854089" cy="427044"/>
        </a:xfrm>
        <a:prstGeom prst="rect">
          <a:avLst/>
        </a:prstGeom>
        <a:gradFill rotWithShape="1">
          <a:gsLst>
            <a:gs pos="0">
              <a:schemeClr val="accent1">
                <a:lumMod val="110000"/>
                <a:satMod val="105000"/>
                <a:tint val="67000"/>
              </a:schemeClr>
            </a:gs>
            <a:gs pos="5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Encryption</a:t>
          </a:r>
          <a:endParaRPr lang="en-IN" sz="800" kern="1200" dirty="0"/>
        </a:p>
      </dsp:txBody>
      <dsp:txXfrm>
        <a:off x="1102993" y="2428867"/>
        <a:ext cx="854089" cy="427044"/>
      </dsp:txXfrm>
    </dsp:sp>
    <dsp:sp modelId="{F9B8AC90-41E1-4329-B47A-5D137C076308}">
      <dsp:nvSpPr>
        <dsp:cNvPr id="0" name=""/>
        <dsp:cNvSpPr/>
      </dsp:nvSpPr>
      <dsp:spPr>
        <a:xfrm>
          <a:off x="1102993" y="3035271"/>
          <a:ext cx="854089" cy="427044"/>
        </a:xfrm>
        <a:prstGeom prst="rect">
          <a:avLst/>
        </a:prstGeom>
        <a:gradFill rotWithShape="1">
          <a:gsLst>
            <a:gs pos="0">
              <a:schemeClr val="accent1">
                <a:lumMod val="110000"/>
                <a:satMod val="105000"/>
                <a:tint val="67000"/>
              </a:schemeClr>
            </a:gs>
            <a:gs pos="5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Logging</a:t>
          </a:r>
          <a:endParaRPr lang="en-IN" sz="800" kern="1200" dirty="0"/>
        </a:p>
      </dsp:txBody>
      <dsp:txXfrm>
        <a:off x="1102993" y="3035271"/>
        <a:ext cx="854089" cy="427044"/>
      </dsp:txXfrm>
    </dsp:sp>
    <dsp:sp modelId="{FAA035CB-E806-4F3F-BBEB-58A0BB331E86}">
      <dsp:nvSpPr>
        <dsp:cNvPr id="0" name=""/>
        <dsp:cNvSpPr/>
      </dsp:nvSpPr>
      <dsp:spPr>
        <a:xfrm>
          <a:off x="1102993" y="3641675"/>
          <a:ext cx="854089" cy="427044"/>
        </a:xfrm>
        <a:prstGeom prst="rect">
          <a:avLst/>
        </a:prstGeom>
        <a:gradFill rotWithShape="1">
          <a:gsLst>
            <a:gs pos="0">
              <a:schemeClr val="accent1">
                <a:lumMod val="110000"/>
                <a:satMod val="105000"/>
                <a:tint val="67000"/>
              </a:schemeClr>
            </a:gs>
            <a:gs pos="5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Application Security testing</a:t>
          </a:r>
          <a:endParaRPr lang="en-IN" sz="800" kern="1200" dirty="0"/>
        </a:p>
      </dsp:txBody>
      <dsp:txXfrm>
        <a:off x="1102993" y="3641675"/>
        <a:ext cx="854089" cy="427044"/>
      </dsp:txXfrm>
    </dsp:sp>
    <dsp:sp modelId="{4CDF0961-6DE3-48B7-AA28-BFD5DC75057B}">
      <dsp:nvSpPr>
        <dsp:cNvPr id="0" name=""/>
        <dsp:cNvSpPr/>
      </dsp:nvSpPr>
      <dsp:spPr>
        <a:xfrm>
          <a:off x="3864334" y="609656"/>
          <a:ext cx="854089" cy="427044"/>
        </a:xfrm>
        <a:prstGeom prst="roundRect">
          <a:avLst/>
        </a:prstGeom>
        <a:gradFill rotWithShape="1">
          <a:gsLst>
            <a:gs pos="0">
              <a:schemeClr val="accent2">
                <a:lumMod val="110000"/>
                <a:satMod val="105000"/>
                <a:tint val="67000"/>
              </a:schemeClr>
            </a:gs>
            <a:gs pos="50000">
              <a:schemeClr val="accent2">
                <a:lumMod val="105000"/>
                <a:satMod val="103000"/>
                <a:tint val="73000"/>
              </a:schemeClr>
            </a:gs>
            <a:gs pos="100000">
              <a:schemeClr val="accent2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Information security</a:t>
          </a:r>
          <a:endParaRPr lang="en-IN" sz="800" kern="1200" dirty="0"/>
        </a:p>
      </dsp:txBody>
      <dsp:txXfrm>
        <a:off x="3885181" y="630503"/>
        <a:ext cx="812395" cy="385350"/>
      </dsp:txXfrm>
    </dsp:sp>
    <dsp:sp modelId="{71D3E9E4-3186-483B-ACA8-458E85F94842}">
      <dsp:nvSpPr>
        <dsp:cNvPr id="0" name=""/>
        <dsp:cNvSpPr/>
      </dsp:nvSpPr>
      <dsp:spPr>
        <a:xfrm>
          <a:off x="4077856" y="1216060"/>
          <a:ext cx="854089" cy="427044"/>
        </a:xfrm>
        <a:prstGeom prst="rect">
          <a:avLst/>
        </a:prstGeom>
        <a:gradFill rotWithShape="1">
          <a:gsLst>
            <a:gs pos="0">
              <a:schemeClr val="accent2">
                <a:lumMod val="110000"/>
                <a:satMod val="105000"/>
                <a:tint val="67000"/>
              </a:schemeClr>
            </a:gs>
            <a:gs pos="50000">
              <a:schemeClr val="accent2">
                <a:lumMod val="105000"/>
                <a:satMod val="103000"/>
                <a:tint val="73000"/>
              </a:schemeClr>
            </a:gs>
            <a:gs pos="100000">
              <a:schemeClr val="accent2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Scope &amp; Objective</a:t>
          </a:r>
          <a:endParaRPr lang="en-IN" sz="800" kern="1200" dirty="0"/>
        </a:p>
      </dsp:txBody>
      <dsp:txXfrm>
        <a:off x="4077856" y="1216060"/>
        <a:ext cx="854089" cy="427044"/>
      </dsp:txXfrm>
    </dsp:sp>
    <dsp:sp modelId="{CE217152-2E37-423A-9E9D-1D02B00FD218}">
      <dsp:nvSpPr>
        <dsp:cNvPr id="0" name=""/>
        <dsp:cNvSpPr/>
      </dsp:nvSpPr>
      <dsp:spPr>
        <a:xfrm>
          <a:off x="4077856" y="1822464"/>
          <a:ext cx="854089" cy="427044"/>
        </a:xfrm>
        <a:prstGeom prst="rect">
          <a:avLst/>
        </a:prstGeom>
        <a:gradFill rotWithShape="1">
          <a:gsLst>
            <a:gs pos="0">
              <a:schemeClr val="accent2">
                <a:lumMod val="110000"/>
                <a:satMod val="105000"/>
                <a:tint val="67000"/>
              </a:schemeClr>
            </a:gs>
            <a:gs pos="50000">
              <a:schemeClr val="accent2">
                <a:lumMod val="105000"/>
                <a:satMod val="103000"/>
                <a:tint val="73000"/>
              </a:schemeClr>
            </a:gs>
            <a:gs pos="100000">
              <a:schemeClr val="accent2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Requirement definition</a:t>
          </a:r>
          <a:endParaRPr lang="en-IN" sz="800" kern="1200" dirty="0"/>
        </a:p>
      </dsp:txBody>
      <dsp:txXfrm>
        <a:off x="4077856" y="1822464"/>
        <a:ext cx="854089" cy="427044"/>
      </dsp:txXfrm>
    </dsp:sp>
    <dsp:sp modelId="{DF95F854-B054-450C-BF36-F3B3230CD7F3}">
      <dsp:nvSpPr>
        <dsp:cNvPr id="0" name=""/>
        <dsp:cNvSpPr/>
      </dsp:nvSpPr>
      <dsp:spPr>
        <a:xfrm>
          <a:off x="4077856" y="2428867"/>
          <a:ext cx="854089" cy="427044"/>
        </a:xfrm>
        <a:prstGeom prst="rect">
          <a:avLst/>
        </a:prstGeom>
        <a:gradFill rotWithShape="1">
          <a:gsLst>
            <a:gs pos="0">
              <a:schemeClr val="accent2">
                <a:lumMod val="110000"/>
                <a:satMod val="105000"/>
                <a:tint val="67000"/>
              </a:schemeClr>
            </a:gs>
            <a:gs pos="50000">
              <a:schemeClr val="accent2">
                <a:lumMod val="105000"/>
                <a:satMod val="103000"/>
                <a:tint val="73000"/>
              </a:schemeClr>
            </a:gs>
            <a:gs pos="100000">
              <a:schemeClr val="accent2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Technology employed</a:t>
          </a:r>
          <a:endParaRPr lang="en-IN" sz="800" kern="1200" dirty="0"/>
        </a:p>
      </dsp:txBody>
      <dsp:txXfrm>
        <a:off x="4077856" y="2428867"/>
        <a:ext cx="854089" cy="427044"/>
      </dsp:txXfrm>
    </dsp:sp>
    <dsp:sp modelId="{F5ADFBD9-CD4D-4254-BE3C-04C2F9E5C21B}">
      <dsp:nvSpPr>
        <dsp:cNvPr id="0" name=""/>
        <dsp:cNvSpPr/>
      </dsp:nvSpPr>
      <dsp:spPr>
        <a:xfrm>
          <a:off x="4077856" y="3035271"/>
          <a:ext cx="854089" cy="427044"/>
        </a:xfrm>
        <a:prstGeom prst="rect">
          <a:avLst/>
        </a:prstGeom>
        <a:gradFill rotWithShape="1">
          <a:gsLst>
            <a:gs pos="0">
              <a:schemeClr val="accent2">
                <a:lumMod val="110000"/>
                <a:satMod val="105000"/>
                <a:tint val="67000"/>
              </a:schemeClr>
            </a:gs>
            <a:gs pos="50000">
              <a:schemeClr val="accent2">
                <a:lumMod val="105000"/>
                <a:satMod val="103000"/>
                <a:tint val="73000"/>
              </a:schemeClr>
            </a:gs>
            <a:gs pos="100000">
              <a:schemeClr val="accent2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Technical processes</a:t>
          </a:r>
          <a:endParaRPr lang="en-IN" sz="800" kern="1200" dirty="0"/>
        </a:p>
      </dsp:txBody>
      <dsp:txXfrm>
        <a:off x="4077856" y="3035271"/>
        <a:ext cx="854089" cy="427044"/>
      </dsp:txXfrm>
    </dsp:sp>
    <dsp:sp modelId="{253C09E8-75DC-493D-B46E-C8399B8633AC}">
      <dsp:nvSpPr>
        <dsp:cNvPr id="0" name=""/>
        <dsp:cNvSpPr/>
      </dsp:nvSpPr>
      <dsp:spPr>
        <a:xfrm>
          <a:off x="4077856" y="3641675"/>
          <a:ext cx="854089" cy="427044"/>
        </a:xfrm>
        <a:prstGeom prst="rect">
          <a:avLst/>
        </a:prstGeom>
        <a:gradFill rotWithShape="1">
          <a:gsLst>
            <a:gs pos="0">
              <a:schemeClr val="accent2">
                <a:lumMod val="110000"/>
                <a:satMod val="105000"/>
                <a:tint val="67000"/>
              </a:schemeClr>
            </a:gs>
            <a:gs pos="50000">
              <a:schemeClr val="accent2">
                <a:lumMod val="105000"/>
                <a:satMod val="103000"/>
                <a:tint val="73000"/>
              </a:schemeClr>
            </a:gs>
            <a:gs pos="100000">
              <a:schemeClr val="accent2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User interfaces</a:t>
          </a:r>
          <a:endParaRPr lang="en-IN" sz="800" kern="1200" dirty="0"/>
        </a:p>
      </dsp:txBody>
      <dsp:txXfrm>
        <a:off x="4077856" y="3641675"/>
        <a:ext cx="854089" cy="427044"/>
      </dsp:txXfrm>
    </dsp:sp>
    <dsp:sp modelId="{C18D9EBF-A1E2-416E-9E20-5E4DB0C3C6FB}">
      <dsp:nvSpPr>
        <dsp:cNvPr id="0" name=""/>
        <dsp:cNvSpPr/>
      </dsp:nvSpPr>
      <dsp:spPr>
        <a:xfrm>
          <a:off x="4077856" y="4248079"/>
          <a:ext cx="854089" cy="427044"/>
        </a:xfrm>
        <a:prstGeom prst="rect">
          <a:avLst/>
        </a:prstGeom>
        <a:gradFill rotWithShape="1">
          <a:gsLst>
            <a:gs pos="0">
              <a:schemeClr val="accent2">
                <a:lumMod val="110000"/>
                <a:satMod val="105000"/>
                <a:tint val="67000"/>
              </a:schemeClr>
            </a:gs>
            <a:gs pos="50000">
              <a:schemeClr val="accent2">
                <a:lumMod val="105000"/>
                <a:satMod val="103000"/>
                <a:tint val="73000"/>
              </a:schemeClr>
            </a:gs>
            <a:gs pos="100000">
              <a:schemeClr val="accent2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Technology scaling</a:t>
          </a:r>
          <a:endParaRPr lang="en-IN" sz="800" kern="1200" dirty="0"/>
        </a:p>
      </dsp:txBody>
      <dsp:txXfrm>
        <a:off x="4077856" y="4248079"/>
        <a:ext cx="854089" cy="427044"/>
      </dsp:txXfrm>
    </dsp:sp>
    <dsp:sp modelId="{72DB64EF-D03D-461A-90EE-55A0DA5E56B9}">
      <dsp:nvSpPr>
        <dsp:cNvPr id="0" name=""/>
        <dsp:cNvSpPr/>
      </dsp:nvSpPr>
      <dsp:spPr>
        <a:xfrm>
          <a:off x="4077856" y="4854482"/>
          <a:ext cx="854089" cy="427044"/>
        </a:xfrm>
        <a:prstGeom prst="rect">
          <a:avLst/>
        </a:prstGeom>
        <a:gradFill rotWithShape="1">
          <a:gsLst>
            <a:gs pos="0">
              <a:schemeClr val="accent2">
                <a:lumMod val="110000"/>
                <a:satMod val="105000"/>
                <a:tint val="67000"/>
              </a:schemeClr>
            </a:gs>
            <a:gs pos="50000">
              <a:schemeClr val="accent2">
                <a:lumMod val="105000"/>
                <a:satMod val="103000"/>
                <a:tint val="73000"/>
              </a:schemeClr>
            </a:gs>
            <a:gs pos="100000">
              <a:schemeClr val="accent2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Overall technical performance</a:t>
          </a:r>
          <a:endParaRPr lang="en-IN" sz="800" kern="1200" dirty="0"/>
        </a:p>
      </dsp:txBody>
      <dsp:txXfrm>
        <a:off x="4077856" y="4854482"/>
        <a:ext cx="854089" cy="427044"/>
      </dsp:txXfrm>
    </dsp:sp>
    <dsp:sp modelId="{8B405EB8-C2D3-47D2-85D2-C453BF930BEA}">
      <dsp:nvSpPr>
        <dsp:cNvPr id="0" name=""/>
        <dsp:cNvSpPr/>
      </dsp:nvSpPr>
      <dsp:spPr>
        <a:xfrm>
          <a:off x="4077856" y="5460886"/>
          <a:ext cx="854089" cy="427044"/>
        </a:xfrm>
        <a:prstGeom prst="rect">
          <a:avLst/>
        </a:prstGeom>
        <a:gradFill rotWithShape="1">
          <a:gsLst>
            <a:gs pos="0">
              <a:schemeClr val="accent2">
                <a:lumMod val="110000"/>
                <a:satMod val="105000"/>
                <a:tint val="67000"/>
              </a:schemeClr>
            </a:gs>
            <a:gs pos="50000">
              <a:schemeClr val="accent2">
                <a:lumMod val="105000"/>
                <a:satMod val="103000"/>
                <a:tint val="73000"/>
              </a:schemeClr>
            </a:gs>
            <a:gs pos="100000">
              <a:schemeClr val="accent2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Safety, security and reliability</a:t>
          </a:r>
          <a:endParaRPr lang="en-IN" sz="800" kern="1200" dirty="0"/>
        </a:p>
      </dsp:txBody>
      <dsp:txXfrm>
        <a:off x="4077856" y="5460886"/>
        <a:ext cx="854089" cy="427044"/>
      </dsp:txXfrm>
    </dsp:sp>
    <dsp:sp modelId="{B933504F-CDD4-4C1B-B464-23A404A197FB}">
      <dsp:nvSpPr>
        <dsp:cNvPr id="0" name=""/>
        <dsp:cNvSpPr/>
      </dsp:nvSpPr>
      <dsp:spPr>
        <a:xfrm>
          <a:off x="4077856" y="6067290"/>
          <a:ext cx="854089" cy="427044"/>
        </a:xfrm>
        <a:prstGeom prst="rect">
          <a:avLst/>
        </a:prstGeom>
        <a:gradFill rotWithShape="1">
          <a:gsLst>
            <a:gs pos="0">
              <a:schemeClr val="accent2">
                <a:lumMod val="110000"/>
                <a:satMod val="105000"/>
                <a:tint val="67000"/>
              </a:schemeClr>
            </a:gs>
            <a:gs pos="50000">
              <a:schemeClr val="accent2">
                <a:lumMod val="105000"/>
                <a:satMod val="103000"/>
                <a:tint val="73000"/>
              </a:schemeClr>
            </a:gs>
            <a:gs pos="100000">
              <a:schemeClr val="accent2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Testing</a:t>
          </a:r>
          <a:endParaRPr lang="en-IN" sz="800" kern="1200" dirty="0"/>
        </a:p>
      </dsp:txBody>
      <dsp:txXfrm>
        <a:off x="4077856" y="6067290"/>
        <a:ext cx="854089" cy="427044"/>
      </dsp:txXfrm>
    </dsp:sp>
    <dsp:sp modelId="{30190A39-8C89-44FD-B9A3-222C3D84823A}">
      <dsp:nvSpPr>
        <dsp:cNvPr id="0" name=""/>
        <dsp:cNvSpPr/>
      </dsp:nvSpPr>
      <dsp:spPr>
        <a:xfrm>
          <a:off x="4897783" y="609656"/>
          <a:ext cx="854089" cy="427044"/>
        </a:xfrm>
        <a:prstGeom prst="roundRect">
          <a:avLst/>
        </a:prstGeom>
        <a:gradFill rotWithShape="1">
          <a:gsLst>
            <a:gs pos="0">
              <a:schemeClr val="accent3">
                <a:lumMod val="110000"/>
                <a:satMod val="105000"/>
                <a:tint val="67000"/>
              </a:schemeClr>
            </a:gs>
            <a:gs pos="50000">
              <a:schemeClr val="accent3">
                <a:lumMod val="105000"/>
                <a:satMod val="103000"/>
                <a:tint val="73000"/>
              </a:schemeClr>
            </a:gs>
            <a:gs pos="100000">
              <a:schemeClr val="accent3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3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Disaster security</a:t>
          </a:r>
          <a:endParaRPr lang="en-IN" sz="800" kern="1200" dirty="0"/>
        </a:p>
      </dsp:txBody>
      <dsp:txXfrm>
        <a:off x="4918630" y="630503"/>
        <a:ext cx="812395" cy="385350"/>
      </dsp:txXfrm>
    </dsp:sp>
    <dsp:sp modelId="{344CCAEF-0646-4A32-9496-57FA3D860582}">
      <dsp:nvSpPr>
        <dsp:cNvPr id="0" name=""/>
        <dsp:cNvSpPr/>
      </dsp:nvSpPr>
      <dsp:spPr>
        <a:xfrm>
          <a:off x="5111305" y="1216060"/>
          <a:ext cx="854089" cy="427044"/>
        </a:xfrm>
        <a:prstGeom prst="rect">
          <a:avLst/>
        </a:prstGeom>
        <a:gradFill rotWithShape="1">
          <a:gsLst>
            <a:gs pos="0">
              <a:schemeClr val="accent3">
                <a:lumMod val="110000"/>
                <a:satMod val="105000"/>
                <a:tint val="67000"/>
              </a:schemeClr>
            </a:gs>
            <a:gs pos="50000">
              <a:schemeClr val="accent3">
                <a:lumMod val="105000"/>
                <a:satMod val="103000"/>
                <a:tint val="73000"/>
              </a:schemeClr>
            </a:gs>
            <a:gs pos="100000">
              <a:schemeClr val="accent3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3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Project management</a:t>
          </a:r>
          <a:endParaRPr lang="en-IN" sz="800" kern="1200" dirty="0"/>
        </a:p>
      </dsp:txBody>
      <dsp:txXfrm>
        <a:off x="5111305" y="1216060"/>
        <a:ext cx="854089" cy="427044"/>
      </dsp:txXfrm>
    </dsp:sp>
    <dsp:sp modelId="{647FC27E-E241-43AE-A032-BD4EFD5B1031}">
      <dsp:nvSpPr>
        <dsp:cNvPr id="0" name=""/>
        <dsp:cNvSpPr/>
      </dsp:nvSpPr>
      <dsp:spPr>
        <a:xfrm>
          <a:off x="5111305" y="1822464"/>
          <a:ext cx="854089" cy="427044"/>
        </a:xfrm>
        <a:prstGeom prst="rect">
          <a:avLst/>
        </a:prstGeom>
        <a:gradFill rotWithShape="1">
          <a:gsLst>
            <a:gs pos="0">
              <a:schemeClr val="accent3">
                <a:lumMod val="110000"/>
                <a:satMod val="105000"/>
                <a:tint val="67000"/>
              </a:schemeClr>
            </a:gs>
            <a:gs pos="50000">
              <a:schemeClr val="accent3">
                <a:lumMod val="105000"/>
                <a:satMod val="103000"/>
                <a:tint val="73000"/>
              </a:schemeClr>
            </a:gs>
            <a:gs pos="100000">
              <a:schemeClr val="accent3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3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Project resources</a:t>
          </a:r>
          <a:endParaRPr lang="en-IN" sz="800" kern="1200" dirty="0"/>
        </a:p>
      </dsp:txBody>
      <dsp:txXfrm>
        <a:off x="5111305" y="1822464"/>
        <a:ext cx="854089" cy="427044"/>
      </dsp:txXfrm>
    </dsp:sp>
    <dsp:sp modelId="{33947880-F50A-4CE9-8F1E-86B44DE7F3C7}">
      <dsp:nvSpPr>
        <dsp:cNvPr id="0" name=""/>
        <dsp:cNvSpPr/>
      </dsp:nvSpPr>
      <dsp:spPr>
        <a:xfrm>
          <a:off x="5111305" y="2428867"/>
          <a:ext cx="854089" cy="427044"/>
        </a:xfrm>
        <a:prstGeom prst="rect">
          <a:avLst/>
        </a:prstGeom>
        <a:gradFill rotWithShape="1">
          <a:gsLst>
            <a:gs pos="0">
              <a:schemeClr val="accent3">
                <a:lumMod val="110000"/>
                <a:satMod val="105000"/>
                <a:tint val="67000"/>
              </a:schemeClr>
            </a:gs>
            <a:gs pos="50000">
              <a:schemeClr val="accent3">
                <a:lumMod val="105000"/>
                <a:satMod val="103000"/>
                <a:tint val="73000"/>
              </a:schemeClr>
            </a:gs>
            <a:gs pos="100000">
              <a:schemeClr val="accent3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3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Communication</a:t>
          </a:r>
          <a:endParaRPr lang="en-IN" sz="800" kern="1200" dirty="0"/>
        </a:p>
      </dsp:txBody>
      <dsp:txXfrm>
        <a:off x="5111305" y="2428867"/>
        <a:ext cx="854089" cy="427044"/>
      </dsp:txXfrm>
    </dsp:sp>
    <dsp:sp modelId="{84F0753B-25AC-4A1C-8293-C0E3901CA01D}">
      <dsp:nvSpPr>
        <dsp:cNvPr id="0" name=""/>
        <dsp:cNvSpPr/>
      </dsp:nvSpPr>
      <dsp:spPr>
        <a:xfrm>
          <a:off x="5111305" y="3035271"/>
          <a:ext cx="854089" cy="427044"/>
        </a:xfrm>
        <a:prstGeom prst="rect">
          <a:avLst/>
        </a:prstGeom>
        <a:gradFill rotWithShape="1">
          <a:gsLst>
            <a:gs pos="0">
              <a:schemeClr val="accent3">
                <a:lumMod val="110000"/>
                <a:satMod val="105000"/>
                <a:tint val="67000"/>
              </a:schemeClr>
            </a:gs>
            <a:gs pos="50000">
              <a:schemeClr val="accent3">
                <a:lumMod val="105000"/>
                <a:satMod val="103000"/>
                <a:tint val="73000"/>
              </a:schemeClr>
            </a:gs>
            <a:gs pos="100000">
              <a:schemeClr val="accent3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3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Interdependencies</a:t>
          </a:r>
          <a:endParaRPr lang="en-IN" sz="800" kern="1200" dirty="0"/>
        </a:p>
      </dsp:txBody>
      <dsp:txXfrm>
        <a:off x="5111305" y="3035271"/>
        <a:ext cx="854089" cy="427044"/>
      </dsp:txXfrm>
    </dsp:sp>
    <dsp:sp modelId="{A54E4773-B2A9-4192-ADCB-72E55CAB272F}">
      <dsp:nvSpPr>
        <dsp:cNvPr id="0" name=""/>
        <dsp:cNvSpPr/>
      </dsp:nvSpPr>
      <dsp:spPr>
        <a:xfrm>
          <a:off x="5931231" y="609656"/>
          <a:ext cx="854089" cy="427044"/>
        </a:xfrm>
        <a:prstGeom prst="roundRect">
          <a:avLst/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Network security</a:t>
          </a:r>
          <a:endParaRPr lang="en-IN" sz="800" kern="1200" dirty="0"/>
        </a:p>
      </dsp:txBody>
      <dsp:txXfrm>
        <a:off x="5952078" y="630503"/>
        <a:ext cx="812395" cy="385350"/>
      </dsp:txXfrm>
    </dsp:sp>
    <dsp:sp modelId="{9C7A2D5B-96A1-4CE9-89BC-2AE895371D04}">
      <dsp:nvSpPr>
        <dsp:cNvPr id="0" name=""/>
        <dsp:cNvSpPr/>
      </dsp:nvSpPr>
      <dsp:spPr>
        <a:xfrm>
          <a:off x="6144754" y="1216060"/>
          <a:ext cx="854089" cy="427044"/>
        </a:xfrm>
        <a:prstGeom prst="rect">
          <a:avLst/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Culture</a:t>
          </a:r>
          <a:endParaRPr lang="en-IN" sz="800" kern="1200" dirty="0"/>
        </a:p>
      </dsp:txBody>
      <dsp:txXfrm>
        <a:off x="6144754" y="1216060"/>
        <a:ext cx="854089" cy="427044"/>
      </dsp:txXfrm>
    </dsp:sp>
    <dsp:sp modelId="{511C4EFE-49C4-4811-B1E3-50B849BD8654}">
      <dsp:nvSpPr>
        <dsp:cNvPr id="0" name=""/>
        <dsp:cNvSpPr/>
      </dsp:nvSpPr>
      <dsp:spPr>
        <a:xfrm>
          <a:off x="6144754" y="1822464"/>
          <a:ext cx="854089" cy="427044"/>
        </a:xfrm>
        <a:prstGeom prst="rect">
          <a:avLst/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Sponsorship</a:t>
          </a:r>
          <a:endParaRPr lang="en-IN" sz="800" kern="1200" dirty="0"/>
        </a:p>
      </dsp:txBody>
      <dsp:txXfrm>
        <a:off x="6144754" y="1822464"/>
        <a:ext cx="854089" cy="427044"/>
      </dsp:txXfrm>
    </dsp:sp>
    <dsp:sp modelId="{78A055A9-916E-41C5-B4D3-F004B4A27995}">
      <dsp:nvSpPr>
        <dsp:cNvPr id="0" name=""/>
        <dsp:cNvSpPr/>
      </dsp:nvSpPr>
      <dsp:spPr>
        <a:xfrm>
          <a:off x="6144754" y="2428867"/>
          <a:ext cx="854089" cy="427044"/>
        </a:xfrm>
        <a:prstGeom prst="rect">
          <a:avLst/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Business processes</a:t>
          </a:r>
          <a:endParaRPr lang="en-IN" sz="800" kern="1200" dirty="0"/>
        </a:p>
      </dsp:txBody>
      <dsp:txXfrm>
        <a:off x="6144754" y="2428867"/>
        <a:ext cx="854089" cy="427044"/>
      </dsp:txXfrm>
    </dsp:sp>
    <dsp:sp modelId="{B55B2A50-92E8-4E40-ACE4-7534BB17BC0B}">
      <dsp:nvSpPr>
        <dsp:cNvPr id="0" name=""/>
        <dsp:cNvSpPr/>
      </dsp:nvSpPr>
      <dsp:spPr>
        <a:xfrm>
          <a:off x="6144754" y="3035271"/>
          <a:ext cx="854089" cy="427044"/>
        </a:xfrm>
        <a:prstGeom prst="rect">
          <a:avLst/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Acceptance</a:t>
          </a:r>
          <a:endParaRPr lang="en-IN" sz="800" kern="1200" dirty="0"/>
        </a:p>
      </dsp:txBody>
      <dsp:txXfrm>
        <a:off x="6144754" y="3035271"/>
        <a:ext cx="854089" cy="427044"/>
      </dsp:txXfrm>
    </dsp:sp>
    <dsp:sp modelId="{E6008617-3A85-4262-B9D6-228321714D91}">
      <dsp:nvSpPr>
        <dsp:cNvPr id="0" name=""/>
        <dsp:cNvSpPr/>
      </dsp:nvSpPr>
      <dsp:spPr>
        <a:xfrm>
          <a:off x="6144754" y="3641675"/>
          <a:ext cx="854089" cy="427044"/>
        </a:xfrm>
        <a:prstGeom prst="rect">
          <a:avLst/>
        </a:prstGeom>
        <a:gradFill rotWithShape="1">
          <a:gsLst>
            <a:gs pos="0">
              <a:schemeClr val="accent4">
                <a:lumMod val="110000"/>
                <a:satMod val="105000"/>
                <a:tint val="67000"/>
              </a:schemeClr>
            </a:gs>
            <a:gs pos="50000">
              <a:schemeClr val="accent4">
                <a:lumMod val="105000"/>
                <a:satMod val="103000"/>
                <a:tint val="73000"/>
              </a:schemeClr>
            </a:gs>
            <a:gs pos="100000">
              <a:schemeClr val="accent4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Support</a:t>
          </a:r>
          <a:endParaRPr lang="en-IN" sz="800" kern="1200" dirty="0"/>
        </a:p>
      </dsp:txBody>
      <dsp:txXfrm>
        <a:off x="6144754" y="3641675"/>
        <a:ext cx="854089" cy="427044"/>
      </dsp:txXfrm>
    </dsp:sp>
    <dsp:sp modelId="{7E4BC112-9593-4EBE-9941-1093B831E316}">
      <dsp:nvSpPr>
        <dsp:cNvPr id="0" name=""/>
        <dsp:cNvSpPr/>
      </dsp:nvSpPr>
      <dsp:spPr>
        <a:xfrm>
          <a:off x="6964680" y="609656"/>
          <a:ext cx="854089" cy="427044"/>
        </a:xfrm>
        <a:prstGeom prst="roundRect">
          <a:avLst/>
        </a:prstGeom>
        <a:gradFill rotWithShape="1">
          <a:gsLst>
            <a:gs pos="0">
              <a:schemeClr val="accent5">
                <a:lumMod val="110000"/>
                <a:satMod val="105000"/>
                <a:tint val="67000"/>
              </a:schemeClr>
            </a:gs>
            <a:gs pos="50000">
              <a:schemeClr val="accent5">
                <a:lumMod val="105000"/>
                <a:satMod val="103000"/>
                <a:tint val="73000"/>
              </a:schemeClr>
            </a:gs>
            <a:gs pos="100000">
              <a:schemeClr val="accent5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End user security</a:t>
          </a:r>
          <a:endParaRPr lang="en-IN" sz="800" kern="1200" dirty="0"/>
        </a:p>
      </dsp:txBody>
      <dsp:txXfrm>
        <a:off x="6985527" y="630503"/>
        <a:ext cx="812395" cy="385350"/>
      </dsp:txXfrm>
    </dsp:sp>
    <dsp:sp modelId="{4E13A842-01C9-4498-A968-0012D2226B11}">
      <dsp:nvSpPr>
        <dsp:cNvPr id="0" name=""/>
        <dsp:cNvSpPr/>
      </dsp:nvSpPr>
      <dsp:spPr>
        <a:xfrm>
          <a:off x="7178202" y="1216060"/>
          <a:ext cx="854089" cy="427044"/>
        </a:xfrm>
        <a:prstGeom prst="rect">
          <a:avLst/>
        </a:prstGeom>
        <a:gradFill rotWithShape="1">
          <a:gsLst>
            <a:gs pos="0">
              <a:schemeClr val="accent5">
                <a:lumMod val="110000"/>
                <a:satMod val="105000"/>
                <a:tint val="67000"/>
              </a:schemeClr>
            </a:gs>
            <a:gs pos="50000">
              <a:schemeClr val="accent5">
                <a:lumMod val="105000"/>
                <a:satMod val="103000"/>
                <a:tint val="73000"/>
              </a:schemeClr>
            </a:gs>
            <a:gs pos="100000">
              <a:schemeClr val="accent5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General contract</a:t>
          </a:r>
          <a:endParaRPr lang="en-IN" sz="800" kern="1200" dirty="0"/>
        </a:p>
      </dsp:txBody>
      <dsp:txXfrm>
        <a:off x="7178202" y="1216060"/>
        <a:ext cx="854089" cy="427044"/>
      </dsp:txXfrm>
    </dsp:sp>
    <dsp:sp modelId="{E47C4F96-BE50-4A50-B34A-940FAB5A5461}">
      <dsp:nvSpPr>
        <dsp:cNvPr id="0" name=""/>
        <dsp:cNvSpPr/>
      </dsp:nvSpPr>
      <dsp:spPr>
        <a:xfrm>
          <a:off x="7178202" y="1822464"/>
          <a:ext cx="854089" cy="427044"/>
        </a:xfrm>
        <a:prstGeom prst="rect">
          <a:avLst/>
        </a:prstGeom>
        <a:gradFill rotWithShape="1">
          <a:gsLst>
            <a:gs pos="0">
              <a:schemeClr val="accent5">
                <a:lumMod val="110000"/>
                <a:satMod val="105000"/>
                <a:tint val="67000"/>
              </a:schemeClr>
            </a:gs>
            <a:gs pos="50000">
              <a:schemeClr val="accent5">
                <a:lumMod val="105000"/>
                <a:satMod val="103000"/>
                <a:tint val="73000"/>
              </a:schemeClr>
            </a:gs>
            <a:gs pos="100000">
              <a:schemeClr val="accent5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Financing</a:t>
          </a:r>
          <a:endParaRPr lang="en-IN" sz="800" kern="1200" dirty="0"/>
        </a:p>
      </dsp:txBody>
      <dsp:txXfrm>
        <a:off x="7178202" y="1822464"/>
        <a:ext cx="854089" cy="427044"/>
      </dsp:txXfrm>
    </dsp:sp>
    <dsp:sp modelId="{D1A9271A-9374-4735-AEAA-71A85C3AEA9C}">
      <dsp:nvSpPr>
        <dsp:cNvPr id="0" name=""/>
        <dsp:cNvSpPr/>
      </dsp:nvSpPr>
      <dsp:spPr>
        <a:xfrm>
          <a:off x="7178202" y="2428867"/>
          <a:ext cx="854089" cy="427044"/>
        </a:xfrm>
        <a:prstGeom prst="rect">
          <a:avLst/>
        </a:prstGeom>
        <a:gradFill rotWithShape="1">
          <a:gsLst>
            <a:gs pos="0">
              <a:schemeClr val="accent5">
                <a:lumMod val="110000"/>
                <a:satMod val="105000"/>
                <a:tint val="67000"/>
              </a:schemeClr>
            </a:gs>
            <a:gs pos="50000">
              <a:schemeClr val="accent5">
                <a:lumMod val="105000"/>
                <a:satMod val="103000"/>
                <a:tint val="73000"/>
              </a:schemeClr>
            </a:gs>
            <a:gs pos="100000">
              <a:schemeClr val="accent5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Vendor Stability</a:t>
          </a:r>
          <a:endParaRPr lang="en-IN" sz="800" kern="1200" dirty="0"/>
        </a:p>
      </dsp:txBody>
      <dsp:txXfrm>
        <a:off x="7178202" y="2428867"/>
        <a:ext cx="854089" cy="427044"/>
      </dsp:txXfrm>
    </dsp:sp>
    <dsp:sp modelId="{F79FEF78-0A8C-4597-878C-C5E32396D90F}">
      <dsp:nvSpPr>
        <dsp:cNvPr id="0" name=""/>
        <dsp:cNvSpPr/>
      </dsp:nvSpPr>
      <dsp:spPr>
        <a:xfrm>
          <a:off x="7178202" y="3035271"/>
          <a:ext cx="854089" cy="427044"/>
        </a:xfrm>
        <a:prstGeom prst="rect">
          <a:avLst/>
        </a:prstGeom>
        <a:gradFill rotWithShape="1">
          <a:gsLst>
            <a:gs pos="0">
              <a:schemeClr val="accent5">
                <a:lumMod val="110000"/>
                <a:satMod val="105000"/>
                <a:tint val="67000"/>
              </a:schemeClr>
            </a:gs>
            <a:gs pos="50000">
              <a:schemeClr val="accent5">
                <a:lumMod val="105000"/>
                <a:satMod val="103000"/>
                <a:tint val="73000"/>
              </a:schemeClr>
            </a:gs>
            <a:gs pos="100000">
              <a:schemeClr val="accent5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Subcontracts</a:t>
          </a:r>
          <a:endParaRPr lang="en-IN" sz="800" kern="1200" dirty="0"/>
        </a:p>
      </dsp:txBody>
      <dsp:txXfrm>
        <a:off x="7178202" y="3035271"/>
        <a:ext cx="854089" cy="427044"/>
      </dsp:txXfrm>
    </dsp:sp>
    <dsp:sp modelId="{976F469F-94B2-46D4-B2C5-1ECE9E5D93C6}">
      <dsp:nvSpPr>
        <dsp:cNvPr id="0" name=""/>
        <dsp:cNvSpPr/>
      </dsp:nvSpPr>
      <dsp:spPr>
        <a:xfrm>
          <a:off x="7178202" y="3641675"/>
          <a:ext cx="854089" cy="427044"/>
        </a:xfrm>
        <a:prstGeom prst="rect">
          <a:avLst/>
        </a:prstGeom>
        <a:gradFill rotWithShape="1">
          <a:gsLst>
            <a:gs pos="0">
              <a:schemeClr val="accent5">
                <a:lumMod val="110000"/>
                <a:satMod val="105000"/>
                <a:tint val="67000"/>
              </a:schemeClr>
            </a:gs>
            <a:gs pos="50000">
              <a:schemeClr val="accent5">
                <a:lumMod val="105000"/>
                <a:satMod val="103000"/>
                <a:tint val="73000"/>
              </a:schemeClr>
            </a:gs>
            <a:gs pos="100000">
              <a:schemeClr val="accent5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Legal</a:t>
          </a:r>
          <a:endParaRPr lang="en-IN" sz="800" kern="1200" dirty="0"/>
        </a:p>
      </dsp:txBody>
      <dsp:txXfrm>
        <a:off x="7178202" y="3641675"/>
        <a:ext cx="854089" cy="427044"/>
      </dsp:txXfrm>
    </dsp:sp>
    <dsp:sp modelId="{2E3F7C7A-0023-423F-B041-BC10050E7F57}">
      <dsp:nvSpPr>
        <dsp:cNvPr id="0" name=""/>
        <dsp:cNvSpPr/>
      </dsp:nvSpPr>
      <dsp:spPr>
        <a:xfrm>
          <a:off x="7178202" y="4248079"/>
          <a:ext cx="854089" cy="427044"/>
        </a:xfrm>
        <a:prstGeom prst="rect">
          <a:avLst/>
        </a:prstGeom>
        <a:gradFill rotWithShape="1">
          <a:gsLst>
            <a:gs pos="0">
              <a:schemeClr val="accent5">
                <a:lumMod val="110000"/>
                <a:satMod val="105000"/>
                <a:tint val="67000"/>
              </a:schemeClr>
            </a:gs>
            <a:gs pos="50000">
              <a:schemeClr val="accent5">
                <a:lumMod val="105000"/>
                <a:satMod val="103000"/>
                <a:tint val="73000"/>
              </a:schemeClr>
            </a:gs>
            <a:gs pos="100000">
              <a:schemeClr val="accent5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Contractor experience</a:t>
          </a:r>
          <a:endParaRPr lang="en-IN" sz="800" kern="1200" dirty="0"/>
        </a:p>
      </dsp:txBody>
      <dsp:txXfrm>
        <a:off x="7178202" y="4248079"/>
        <a:ext cx="854089" cy="427044"/>
      </dsp:txXfrm>
    </dsp:sp>
    <dsp:sp modelId="{A61C0310-05A9-4125-B425-BA647C4D8399}">
      <dsp:nvSpPr>
        <dsp:cNvPr id="0" name=""/>
        <dsp:cNvSpPr/>
      </dsp:nvSpPr>
      <dsp:spPr>
        <a:xfrm>
          <a:off x="7998129" y="609656"/>
          <a:ext cx="854089" cy="427044"/>
        </a:xfrm>
        <a:prstGeom prst="round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Operational security</a:t>
          </a:r>
          <a:endParaRPr lang="en-IN" sz="800" kern="1200" dirty="0"/>
        </a:p>
      </dsp:txBody>
      <dsp:txXfrm>
        <a:off x="8018976" y="630503"/>
        <a:ext cx="812395" cy="385350"/>
      </dsp:txXfrm>
    </dsp:sp>
    <dsp:sp modelId="{FC1BE5B8-DDC1-49D1-B015-B2063FFF99F2}">
      <dsp:nvSpPr>
        <dsp:cNvPr id="0" name=""/>
        <dsp:cNvSpPr/>
      </dsp:nvSpPr>
      <dsp:spPr>
        <a:xfrm>
          <a:off x="8211651" y="1216060"/>
          <a:ext cx="854089" cy="427044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Legislative</a:t>
          </a:r>
          <a:endParaRPr lang="en-IN" sz="800" kern="1200" dirty="0"/>
        </a:p>
      </dsp:txBody>
      <dsp:txXfrm>
        <a:off x="8211651" y="1216060"/>
        <a:ext cx="854089" cy="427044"/>
      </dsp:txXfrm>
    </dsp:sp>
    <dsp:sp modelId="{23633251-33E0-4B94-A1C9-3FAA4526C0E0}">
      <dsp:nvSpPr>
        <dsp:cNvPr id="0" name=""/>
        <dsp:cNvSpPr/>
      </dsp:nvSpPr>
      <dsp:spPr>
        <a:xfrm>
          <a:off x="8211651" y="1822464"/>
          <a:ext cx="854089" cy="427044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Regulatory</a:t>
          </a:r>
          <a:endParaRPr lang="en-IN" sz="800" kern="1200" dirty="0"/>
        </a:p>
      </dsp:txBody>
      <dsp:txXfrm>
        <a:off x="8211651" y="1822464"/>
        <a:ext cx="854089" cy="427044"/>
      </dsp:txXfrm>
    </dsp:sp>
    <dsp:sp modelId="{D2B7CCAA-5B17-47BA-A7F9-88D9A403A74B}">
      <dsp:nvSpPr>
        <dsp:cNvPr id="0" name=""/>
        <dsp:cNvSpPr/>
      </dsp:nvSpPr>
      <dsp:spPr>
        <a:xfrm>
          <a:off x="8211651" y="2428867"/>
          <a:ext cx="854089" cy="427044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Political</a:t>
          </a:r>
          <a:endParaRPr lang="en-IN" sz="800" kern="1200" dirty="0"/>
        </a:p>
      </dsp:txBody>
      <dsp:txXfrm>
        <a:off x="8211651" y="2428867"/>
        <a:ext cx="854089" cy="427044"/>
      </dsp:txXfrm>
    </dsp:sp>
    <dsp:sp modelId="{4490F882-932D-4880-BC51-FD372DEEC9DE}">
      <dsp:nvSpPr>
        <dsp:cNvPr id="0" name=""/>
        <dsp:cNvSpPr/>
      </dsp:nvSpPr>
      <dsp:spPr>
        <a:xfrm>
          <a:off x="8211651" y="3035271"/>
          <a:ext cx="854089" cy="427044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Pressure from outside groups</a:t>
          </a:r>
          <a:endParaRPr lang="en-IN" sz="800" kern="1200" dirty="0"/>
        </a:p>
      </dsp:txBody>
      <dsp:txXfrm>
        <a:off x="8211651" y="3035271"/>
        <a:ext cx="854089" cy="427044"/>
      </dsp:txXfrm>
    </dsp:sp>
    <dsp:sp modelId="{48B71DEB-45E3-4DA2-AD72-D1A420A043AA}">
      <dsp:nvSpPr>
        <dsp:cNvPr id="0" name=""/>
        <dsp:cNvSpPr/>
      </dsp:nvSpPr>
      <dsp:spPr>
        <a:xfrm>
          <a:off x="8211651" y="3641675"/>
          <a:ext cx="854089" cy="427044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Weather</a:t>
          </a:r>
          <a:endParaRPr lang="en-IN" sz="800" kern="1200" dirty="0"/>
        </a:p>
      </dsp:txBody>
      <dsp:txXfrm>
        <a:off x="8211651" y="3641675"/>
        <a:ext cx="854089" cy="427044"/>
      </dsp:txXfrm>
    </dsp:sp>
    <dsp:sp modelId="{A1BC0B97-D260-4624-8E9D-95DF7D4C66BD}">
      <dsp:nvSpPr>
        <dsp:cNvPr id="0" name=""/>
        <dsp:cNvSpPr/>
      </dsp:nvSpPr>
      <dsp:spPr>
        <a:xfrm>
          <a:off x="8211651" y="4248079"/>
          <a:ext cx="854089" cy="427044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Unforeseeable circumstances</a:t>
          </a:r>
          <a:endParaRPr lang="en-IN" sz="800" kern="1200" dirty="0"/>
        </a:p>
      </dsp:txBody>
      <dsp:txXfrm>
        <a:off x="8211651" y="4248079"/>
        <a:ext cx="854089" cy="42704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86C6BE-FB59-438E-852A-E7D648BF038D}">
      <dsp:nvSpPr>
        <dsp:cNvPr id="0" name=""/>
        <dsp:cNvSpPr/>
      </dsp:nvSpPr>
      <dsp:spPr>
        <a:xfrm>
          <a:off x="0" y="0"/>
          <a:ext cx="11407220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0C5702E-A87C-42EB-BAA4-1469D424AEEF}">
      <dsp:nvSpPr>
        <dsp:cNvPr id="0" name=""/>
        <dsp:cNvSpPr/>
      </dsp:nvSpPr>
      <dsp:spPr>
        <a:xfrm>
          <a:off x="0" y="0"/>
          <a:ext cx="2281444" cy="1367680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2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Segoe UI" panose="020B0502040204020203" pitchFamily="34" charset="0"/>
              <a:cs typeface="Segoe UI" panose="020B0502040204020203" pitchFamily="34" charset="0"/>
            </a:rPr>
            <a:t>Responsible</a:t>
          </a:r>
          <a:endParaRPr lang="en-IN" sz="14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>
        <a:off x="0" y="0"/>
        <a:ext cx="2281444" cy="1367680"/>
      </dsp:txXfrm>
    </dsp:sp>
    <dsp:sp modelId="{3E60882D-3FD0-440F-8902-10939C29C94F}">
      <dsp:nvSpPr>
        <dsp:cNvPr id="0" name=""/>
        <dsp:cNvSpPr/>
      </dsp:nvSpPr>
      <dsp:spPr>
        <a:xfrm>
          <a:off x="2452552" y="21370"/>
          <a:ext cx="8954667" cy="427400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2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 dirty="0">
              <a:latin typeface="Segoe UI" panose="020B0502040204020203" pitchFamily="34" charset="0"/>
              <a:cs typeface="Segoe UI" panose="020B0502040204020203" pitchFamily="34" charset="0"/>
            </a:rPr>
            <a:t>Individuals responsible for actually performing a task. </a:t>
          </a:r>
          <a:endParaRPr lang="en-IN" sz="14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>
        <a:off x="2452552" y="21370"/>
        <a:ext cx="8954667" cy="427400"/>
      </dsp:txXfrm>
    </dsp:sp>
    <dsp:sp modelId="{7792AAE5-C55E-4942-92D6-DED6ADADF864}">
      <dsp:nvSpPr>
        <dsp:cNvPr id="0" name=""/>
        <dsp:cNvSpPr/>
      </dsp:nvSpPr>
      <dsp:spPr>
        <a:xfrm>
          <a:off x="2281444" y="448770"/>
          <a:ext cx="912577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412E079C-B44F-43B0-91C2-E5C93CEF553B}">
      <dsp:nvSpPr>
        <dsp:cNvPr id="0" name=""/>
        <dsp:cNvSpPr/>
      </dsp:nvSpPr>
      <dsp:spPr>
        <a:xfrm>
          <a:off x="2452552" y="470140"/>
          <a:ext cx="8954667" cy="427400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2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 dirty="0">
              <a:latin typeface="Segoe UI" panose="020B0502040204020203" pitchFamily="34" charset="0"/>
              <a:cs typeface="Segoe UI" panose="020B0502040204020203" pitchFamily="34" charset="0"/>
            </a:rPr>
            <a:t>You as the IT auditor are responsible for conducting the audit. </a:t>
          </a:r>
          <a:endParaRPr lang="en-IN" sz="14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>
        <a:off x="2452552" y="470140"/>
        <a:ext cx="8954667" cy="427400"/>
      </dsp:txXfrm>
    </dsp:sp>
    <dsp:sp modelId="{731DC591-6393-400E-A825-2A4F9DC58C22}">
      <dsp:nvSpPr>
        <dsp:cNvPr id="0" name=""/>
        <dsp:cNvSpPr/>
      </dsp:nvSpPr>
      <dsp:spPr>
        <a:xfrm>
          <a:off x="2281444" y="897540"/>
          <a:ext cx="912577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28E33CFA-81B4-4AD4-8A85-63CF062EF31E}">
      <dsp:nvSpPr>
        <dsp:cNvPr id="0" name=""/>
        <dsp:cNvSpPr/>
      </dsp:nvSpPr>
      <dsp:spPr>
        <a:xfrm>
          <a:off x="2452552" y="918910"/>
          <a:ext cx="8954667" cy="427400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2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>
              <a:latin typeface="Segoe UI" panose="020B0502040204020203" pitchFamily="34" charset="0"/>
              <a:cs typeface="Segoe UI" panose="020B0502040204020203" pitchFamily="34" charset="0"/>
            </a:rPr>
            <a:t>You </a:t>
          </a:r>
          <a:r>
            <a:rPr lang="en-US" sz="1400" kern="1200" dirty="0">
              <a:latin typeface="Segoe UI" panose="020B0502040204020203" pitchFamily="34" charset="0"/>
              <a:cs typeface="Segoe UI" panose="020B0502040204020203" pitchFamily="34" charset="0"/>
            </a:rPr>
            <a:t>will review the policies, perform testing, document deficiencies and generate a report.</a:t>
          </a:r>
          <a:endParaRPr lang="en-IN" sz="14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>
        <a:off x="2452552" y="918910"/>
        <a:ext cx="8954667" cy="427400"/>
      </dsp:txXfrm>
    </dsp:sp>
    <dsp:sp modelId="{88C3E174-D31D-40A0-B88B-49C81AE49E43}">
      <dsp:nvSpPr>
        <dsp:cNvPr id="0" name=""/>
        <dsp:cNvSpPr/>
      </dsp:nvSpPr>
      <dsp:spPr>
        <a:xfrm>
          <a:off x="2281444" y="1346310"/>
          <a:ext cx="912577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0BFA604D-89DC-421E-ACE2-9FAF2526952A}">
      <dsp:nvSpPr>
        <dsp:cNvPr id="0" name=""/>
        <dsp:cNvSpPr/>
      </dsp:nvSpPr>
      <dsp:spPr>
        <a:xfrm>
          <a:off x="0" y="1367680"/>
          <a:ext cx="11407220" cy="0"/>
        </a:xfrm>
        <a:prstGeom prst="line">
          <a:avLst/>
        </a:prstGeom>
        <a:solidFill>
          <a:schemeClr val="accent4">
            <a:hueOff val="3266964"/>
            <a:satOff val="-13592"/>
            <a:lumOff val="3203"/>
            <a:alphaOff val="0"/>
          </a:schemeClr>
        </a:solidFill>
        <a:ln w="12700" cap="flat" cmpd="sng" algn="ctr">
          <a:solidFill>
            <a:schemeClr val="accent4">
              <a:hueOff val="3266964"/>
              <a:satOff val="-13592"/>
              <a:lumOff val="320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7F27BDD-53F1-47CA-9A83-56496A202880}">
      <dsp:nvSpPr>
        <dsp:cNvPr id="0" name=""/>
        <dsp:cNvSpPr/>
      </dsp:nvSpPr>
      <dsp:spPr>
        <a:xfrm>
          <a:off x="0" y="1367680"/>
          <a:ext cx="2281444" cy="1367680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6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Segoe UI" panose="020B0502040204020203" pitchFamily="34" charset="0"/>
              <a:cs typeface="Segoe UI" panose="020B0502040204020203" pitchFamily="34" charset="0"/>
            </a:rPr>
            <a:t>Accountable</a:t>
          </a:r>
          <a:endParaRPr lang="en-IN" sz="14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>
        <a:off x="0" y="1367680"/>
        <a:ext cx="2281444" cy="1367680"/>
      </dsp:txXfrm>
    </dsp:sp>
    <dsp:sp modelId="{140F77EF-CCE1-46EB-936D-A03C1ACB8D1E}">
      <dsp:nvSpPr>
        <dsp:cNvPr id="0" name=""/>
        <dsp:cNvSpPr/>
      </dsp:nvSpPr>
      <dsp:spPr>
        <a:xfrm>
          <a:off x="2452552" y="1399468"/>
          <a:ext cx="8954667" cy="635757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6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Segoe UI" panose="020B0502040204020203" pitchFamily="34" charset="0"/>
              <a:cs typeface="Segoe UI" panose="020B0502040204020203" pitchFamily="34" charset="0"/>
            </a:rPr>
            <a:t>Individuals ultimately answerable for the completion of the task or deliverable. </a:t>
          </a:r>
          <a:endParaRPr lang="en-IN" sz="14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>
        <a:off x="2452552" y="1399468"/>
        <a:ext cx="8954667" cy="635757"/>
      </dsp:txXfrm>
    </dsp:sp>
    <dsp:sp modelId="{38F0FE30-0653-4B13-99B8-1C0583D754B7}">
      <dsp:nvSpPr>
        <dsp:cNvPr id="0" name=""/>
        <dsp:cNvSpPr/>
      </dsp:nvSpPr>
      <dsp:spPr>
        <a:xfrm>
          <a:off x="2281444" y="2035226"/>
          <a:ext cx="912577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F3F72E9C-5FF1-4878-A95D-1E27AFA7E21D}">
      <dsp:nvSpPr>
        <dsp:cNvPr id="0" name=""/>
        <dsp:cNvSpPr/>
      </dsp:nvSpPr>
      <dsp:spPr>
        <a:xfrm>
          <a:off x="2452552" y="2067014"/>
          <a:ext cx="8954667" cy="635757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6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Segoe UI" panose="020B0502040204020203" pitchFamily="34" charset="0"/>
              <a:cs typeface="Segoe UI" panose="020B0502040204020203" pitchFamily="34" charset="0"/>
            </a:rPr>
            <a:t>The </a:t>
          </a:r>
          <a:r>
            <a:rPr lang="en-US" sz="1400" kern="1200" dirty="0">
              <a:latin typeface="Segoe UI" panose="020B0502040204020203" pitchFamily="34" charset="0"/>
              <a:cs typeface="Segoe UI" panose="020B0502040204020203" pitchFamily="34" charset="0"/>
            </a:rPr>
            <a:t>Lead Auditor / Chief Audit Executive (CAE) will be accountable for ensuring the overall audit completion and issuing the audit report.</a:t>
          </a:r>
          <a:endParaRPr lang="en-IN" sz="14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>
        <a:off x="2452552" y="2067014"/>
        <a:ext cx="8954667" cy="635757"/>
      </dsp:txXfrm>
    </dsp:sp>
    <dsp:sp modelId="{D1C52CAB-B22F-431C-85D2-C0E34F6A76FA}">
      <dsp:nvSpPr>
        <dsp:cNvPr id="0" name=""/>
        <dsp:cNvSpPr/>
      </dsp:nvSpPr>
      <dsp:spPr>
        <a:xfrm>
          <a:off x="2281444" y="2702771"/>
          <a:ext cx="912577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572090F6-7C95-4D0A-8233-17923BE48114}">
      <dsp:nvSpPr>
        <dsp:cNvPr id="0" name=""/>
        <dsp:cNvSpPr/>
      </dsp:nvSpPr>
      <dsp:spPr>
        <a:xfrm>
          <a:off x="0" y="2735360"/>
          <a:ext cx="11407220" cy="0"/>
        </a:xfrm>
        <a:prstGeom prst="line">
          <a:avLst/>
        </a:prstGeom>
        <a:solidFill>
          <a:schemeClr val="accent4">
            <a:hueOff val="6533927"/>
            <a:satOff val="-27185"/>
            <a:lumOff val="6405"/>
            <a:alphaOff val="0"/>
          </a:schemeClr>
        </a:solidFill>
        <a:ln w="12700" cap="flat" cmpd="sng" algn="ctr">
          <a:solidFill>
            <a:schemeClr val="accent4">
              <a:hueOff val="6533927"/>
              <a:satOff val="-27185"/>
              <a:lumOff val="64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57C0BCB-AB8E-4BE6-A108-E0F6B5805E11}">
      <dsp:nvSpPr>
        <dsp:cNvPr id="0" name=""/>
        <dsp:cNvSpPr/>
      </dsp:nvSpPr>
      <dsp:spPr>
        <a:xfrm>
          <a:off x="0" y="2735360"/>
          <a:ext cx="2281444" cy="1367680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Segoe UI" panose="020B0502040204020203" pitchFamily="34" charset="0"/>
              <a:cs typeface="Segoe UI" panose="020B0502040204020203" pitchFamily="34" charset="0"/>
            </a:rPr>
            <a:t>Consulted</a:t>
          </a:r>
          <a:endParaRPr lang="en-IN" sz="14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>
        <a:off x="0" y="2735360"/>
        <a:ext cx="2281444" cy="1367680"/>
      </dsp:txXfrm>
    </dsp:sp>
    <dsp:sp modelId="{2B8E1A00-075E-4EB4-A286-892A7F057BF0}">
      <dsp:nvSpPr>
        <dsp:cNvPr id="0" name=""/>
        <dsp:cNvSpPr/>
      </dsp:nvSpPr>
      <dsp:spPr>
        <a:xfrm>
          <a:off x="2452552" y="2767148"/>
          <a:ext cx="8954667" cy="635757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Segoe UI" panose="020B0502040204020203" pitchFamily="34" charset="0"/>
              <a:cs typeface="Segoe UI" panose="020B0502040204020203" pitchFamily="34" charset="0"/>
            </a:rPr>
            <a:t>Individuals who provide input and are consulted before a task is executed. </a:t>
          </a:r>
          <a:endParaRPr lang="en-IN" sz="14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>
        <a:off x="2452552" y="2767148"/>
        <a:ext cx="8954667" cy="635757"/>
      </dsp:txXfrm>
    </dsp:sp>
    <dsp:sp modelId="{307F6F42-20B1-4300-A227-3E9AD4B7EBBD}">
      <dsp:nvSpPr>
        <dsp:cNvPr id="0" name=""/>
        <dsp:cNvSpPr/>
      </dsp:nvSpPr>
      <dsp:spPr>
        <a:xfrm>
          <a:off x="2281444" y="3402906"/>
          <a:ext cx="912577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D4D7BDD9-5D53-4E70-837F-9EC2AA3FD74C}">
      <dsp:nvSpPr>
        <dsp:cNvPr id="0" name=""/>
        <dsp:cNvSpPr/>
      </dsp:nvSpPr>
      <dsp:spPr>
        <a:xfrm>
          <a:off x="2452552" y="3434694"/>
          <a:ext cx="8954667" cy="635757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Segoe UI" panose="020B0502040204020203" pitchFamily="34" charset="0"/>
              <a:cs typeface="Segoe UI" panose="020B0502040204020203" pitchFamily="34" charset="0"/>
            </a:rPr>
            <a:t>The </a:t>
          </a:r>
          <a:r>
            <a:rPr lang="en-US" sz="1400" kern="1200" dirty="0">
              <a:latin typeface="Segoe UI" panose="020B0502040204020203" pitchFamily="34" charset="0"/>
              <a:cs typeface="Segoe UI" panose="020B0502040204020203" pitchFamily="34" charset="0"/>
            </a:rPr>
            <a:t>Cyber &amp; Risk Management team will be consulted because they have valuable insights into the technical aspects</a:t>
          </a:r>
          <a:endParaRPr lang="en-IN" sz="14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>
        <a:off x="2452552" y="3434694"/>
        <a:ext cx="8954667" cy="635757"/>
      </dsp:txXfrm>
    </dsp:sp>
    <dsp:sp modelId="{40F30047-D563-4E38-BCA5-DC116B04C6B9}">
      <dsp:nvSpPr>
        <dsp:cNvPr id="0" name=""/>
        <dsp:cNvSpPr/>
      </dsp:nvSpPr>
      <dsp:spPr>
        <a:xfrm>
          <a:off x="2281444" y="4070452"/>
          <a:ext cx="912577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07945E38-9AE2-4F9D-B701-A6B5B6ED1A1B}">
      <dsp:nvSpPr>
        <dsp:cNvPr id="0" name=""/>
        <dsp:cNvSpPr/>
      </dsp:nvSpPr>
      <dsp:spPr>
        <a:xfrm>
          <a:off x="0" y="4103041"/>
          <a:ext cx="11407220" cy="0"/>
        </a:xfrm>
        <a:prstGeom prst="line">
          <a:avLst/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accent4">
              <a:hueOff val="9800891"/>
              <a:satOff val="-40777"/>
              <a:lumOff val="96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46CB7E9-3BE3-41C2-A55D-CF0E9CE3D3A4}">
      <dsp:nvSpPr>
        <dsp:cNvPr id="0" name=""/>
        <dsp:cNvSpPr/>
      </dsp:nvSpPr>
      <dsp:spPr>
        <a:xfrm>
          <a:off x="0" y="4103041"/>
          <a:ext cx="2281444" cy="1367680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1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Segoe UI" panose="020B0502040204020203" pitchFamily="34" charset="0"/>
              <a:cs typeface="Segoe UI" panose="020B0502040204020203" pitchFamily="34" charset="0"/>
            </a:rPr>
            <a:t>Informed</a:t>
          </a:r>
          <a:endParaRPr lang="en-IN" sz="1400" kern="120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>
        <a:off x="0" y="4103041"/>
        <a:ext cx="2281444" cy="1367680"/>
      </dsp:txXfrm>
    </dsp:sp>
    <dsp:sp modelId="{CDD08C3D-5771-4ADC-9F18-336D843CC452}">
      <dsp:nvSpPr>
        <dsp:cNvPr id="0" name=""/>
        <dsp:cNvSpPr/>
      </dsp:nvSpPr>
      <dsp:spPr>
        <a:xfrm>
          <a:off x="2452552" y="4134829"/>
          <a:ext cx="8954667" cy="635757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1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Segoe UI" panose="020B0502040204020203" pitchFamily="34" charset="0"/>
              <a:cs typeface="Segoe UI" panose="020B0502040204020203" pitchFamily="34" charset="0"/>
            </a:rPr>
            <a:t>Individuals kept in the loop but are not directly involved in the task. </a:t>
          </a:r>
          <a:endParaRPr lang="en-IN" sz="14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>
        <a:off x="2452552" y="4134829"/>
        <a:ext cx="8954667" cy="635757"/>
      </dsp:txXfrm>
    </dsp:sp>
    <dsp:sp modelId="{3E621C14-5550-4F6E-8D8C-04275FB0B4E7}">
      <dsp:nvSpPr>
        <dsp:cNvPr id="0" name=""/>
        <dsp:cNvSpPr/>
      </dsp:nvSpPr>
      <dsp:spPr>
        <a:xfrm>
          <a:off x="2281444" y="4770587"/>
          <a:ext cx="912577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5D5B4DF9-0BA6-4FB5-9E6D-A88ABF8F3FA9}">
      <dsp:nvSpPr>
        <dsp:cNvPr id="0" name=""/>
        <dsp:cNvSpPr/>
      </dsp:nvSpPr>
      <dsp:spPr>
        <a:xfrm>
          <a:off x="2452552" y="4802375"/>
          <a:ext cx="8954667" cy="635757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1"/>
          </a:solidFill>
          <a:prstDash val="solid"/>
          <a:miter lim="800000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Segoe UI" panose="020B0502040204020203" pitchFamily="34" charset="0"/>
              <a:cs typeface="Segoe UI" panose="020B0502040204020203" pitchFamily="34" charset="0"/>
            </a:rPr>
            <a:t>The Audit Committee needs to be informed about the audit progress and the results, as they have a vested interest in the organization's audit practice.</a:t>
          </a:r>
          <a:endParaRPr lang="en-IN" sz="140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>
        <a:off x="2452552" y="4802375"/>
        <a:ext cx="8954667" cy="635757"/>
      </dsp:txXfrm>
    </dsp:sp>
    <dsp:sp modelId="{E936DE2D-F3B0-480D-9DE5-4362CAA8E471}">
      <dsp:nvSpPr>
        <dsp:cNvPr id="0" name=""/>
        <dsp:cNvSpPr/>
      </dsp:nvSpPr>
      <dsp:spPr>
        <a:xfrm>
          <a:off x="2281444" y="5438132"/>
          <a:ext cx="912577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AAF9A-EC6F-0075-05E2-2057530B14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47C3FF-6CC9-FC6F-673C-371F89A1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1CB0E-7A39-E675-9ED6-0C99F73B8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07C0D-1D75-4860-A047-8F701B96E7E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451D8-0019-B2FF-8CDB-D633D7D0D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E79B5C-FAE6-F6F2-5581-C787160EE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6DD4-BB53-4655-BD95-269A5FB632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8020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ADCD8-D9B3-2150-6CB0-977CA7B2F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69450-F8B2-4715-F86C-587140E83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A0E491-7943-AC9C-4407-8200FE32D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07C0D-1D75-4860-A047-8F701B96E7E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3C639-EFCC-9450-7259-B492F4471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0BACB1-9422-CD93-394F-97D5A697A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6DD4-BB53-4655-BD95-269A5FB632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101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7CDE2-C08C-FE8E-C955-2C4597FFD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53C79A-4FA2-4189-DF9F-86DBB1F8F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F33C4-BDE0-7F52-C6EE-737DAA8EF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07C0D-1D75-4860-A047-8F701B96E7E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00B0A-13F9-03B8-CA7B-4657EDC73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336FC7-8C5A-E3DD-6F4C-3729119D7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6DD4-BB53-4655-BD95-269A5FB632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4565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DD16E-A8F2-909F-AF7D-52975307B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6A10E-145C-3BE1-C02D-F23A2AE8AA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B4F44F-4BE0-18FD-C7C4-586CED9C21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F2B71A-5163-8651-B0F4-05CCC90A0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07C0D-1D75-4860-A047-8F701B96E7E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C2993F-FAAA-9C05-4042-58F1CBA73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15A6C-3AA5-2B2C-934E-E67936881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6DD4-BB53-4655-BD95-269A5FB632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9095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30D43-3CB2-F5C4-C612-E812469A3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C9ED50-D131-C9DF-3C4C-8BF4C014A1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F81D28-B7D5-7422-65AE-F2CB2E80DD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1F692F-2FC5-2059-B2DE-C0A0ACD7F1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35A5AD-878E-9233-6E43-61BB346F14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D82C88-D146-33F2-F5ED-5ABDDABA5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07C0D-1D75-4860-A047-8F701B96E7E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9AB427-7232-DF1B-4AB4-A864DF624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608F67-1EDF-4272-94A4-70EC66399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6DD4-BB53-4655-BD95-269A5FB632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7636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93D1D-3E9A-8ADB-D766-B33A958B0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4DC9BF-24CE-AA80-43E9-2127F0646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07C0D-1D75-4860-A047-8F701B96E7E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84E155-F29E-88F9-C7B3-C2FA42942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F88A67-1D7A-61D0-6E26-F48A778E9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6DD4-BB53-4655-BD95-269A5FB632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7129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DCE584-D03B-E25B-B78B-8B5E2FC65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07C0D-1D75-4860-A047-8F701B96E7E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96964B-EDD6-7D29-D81F-331246266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7B5BD-B351-78A5-1F85-D4C917B6A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6DD4-BB53-4655-BD95-269A5FB632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893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EA303-99BD-3B39-CF8C-618ABC59A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9194C-159E-A742-A3BC-56FFA3F33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7B0EEE-34BC-2E62-30E9-A9401B7558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C95F5F-C9D0-AC6F-3EAB-C5BE5BE82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07C0D-1D75-4860-A047-8F701B96E7E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EFEC90-18E6-26AC-2E18-EB1345DC2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DD597-ED19-80E6-F5C1-980EE6902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6DD4-BB53-4655-BD95-269A5FB632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71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05D93-955B-C770-A326-F6D0EA3F1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36236C-3F00-3B39-05BC-7FFE60FAB7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5753CA-EF19-1FD3-278D-B6E47A8D9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F9B4F8-E0F2-0934-2C9F-190F1AA12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07C0D-1D75-4860-A047-8F701B96E7E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162667-E428-F270-1C62-082C86517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2674D1-7E03-E99C-FB11-DAD8C4C1A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6DD4-BB53-4655-BD95-269A5FB632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7362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26B97-AA35-9B20-09BC-EEA945B51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0C631A-890D-7E23-82F0-52AD72BD7D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FB973-D9FC-1DD0-A9E2-FDB5336A9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07C0D-1D75-4860-A047-8F701B96E7E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C60EB-9C9F-7560-40D4-26B5650A9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3A311-2E66-4DE7-C9CB-B2DB633DE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6DD4-BB53-4655-BD95-269A5FB632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3826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82BCBE-40B6-DB5A-858E-9CDAB5ACF8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E2A0AF-4A62-6B77-30C9-F2E7358C97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BDCE3-0F94-4A4E-977E-CDE64F45B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07C0D-1D75-4860-A047-8F701B96E7E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94D0D-5074-B28B-1F41-470EED7FC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171D0-D77F-CF17-0555-48925AF43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06DD4-BB53-4655-BD95-269A5FB632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9179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ED0CD2-1DF0-BA30-3F7C-84604D50C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96DFB-4476-1E10-BD38-B080C424CB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1BEBE8-278B-E95B-82D2-3474EFE85A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B07C0D-1D75-4860-A047-8F701B96E7E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0C748-C384-FC1D-0789-FD81A286F2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6D12C-3983-A10D-3BD7-22FF1CBB9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306DD4-BB53-4655-BD95-269A5FB632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7077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file:///\\server\shar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zure/architecture/hybrid/hybrid-security-monitoring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2C81A-0D28-5F9A-C537-B6B39F6F5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30" y="138883"/>
            <a:ext cx="11690023" cy="379591"/>
          </a:xfrm>
        </p:spPr>
        <p:txBody>
          <a:bodyPr>
            <a:noAutofit/>
          </a:bodyPr>
          <a:lstStyle/>
          <a:p>
            <a:r>
              <a:rPr lang="en-IN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Windows patch download DNS Resolution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3048509-F9F3-B7E6-1BB6-62A931820E17}"/>
              </a:ext>
            </a:extLst>
          </p:cNvPr>
          <p:cNvSpPr/>
          <p:nvPr/>
        </p:nvSpPr>
        <p:spPr>
          <a:xfrm>
            <a:off x="9242322" y="5132438"/>
            <a:ext cx="1868129" cy="5112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Windows Server</a:t>
            </a:r>
          </a:p>
          <a:p>
            <a:pPr algn="ctr"/>
            <a:r>
              <a:rPr lang="en-US" sz="900" dirty="0">
                <a:latin typeface="Segoe UI" panose="020B0502040204020203" pitchFamily="34" charset="0"/>
                <a:cs typeface="Segoe UI" panose="020B0502040204020203" pitchFamily="34" charset="0"/>
              </a:rPr>
              <a:t>Windows Update Agent (WUA)</a:t>
            </a:r>
            <a:endParaRPr lang="en-IN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7521393-1F24-4E98-4579-552CCF0DCDBB}"/>
              </a:ext>
            </a:extLst>
          </p:cNvPr>
          <p:cNvCxnSpPr>
            <a:cxnSpLocks/>
            <a:stCxn id="6" idx="0"/>
            <a:endCxn id="12" idx="2"/>
          </p:cNvCxnSpPr>
          <p:nvPr/>
        </p:nvCxnSpPr>
        <p:spPr>
          <a:xfrm flipH="1" flipV="1">
            <a:off x="9532373" y="4080387"/>
            <a:ext cx="644014" cy="10520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E2C6431-B24A-ACE3-CD89-3E8B8542B7C3}"/>
              </a:ext>
            </a:extLst>
          </p:cNvPr>
          <p:cNvSpPr txBox="1"/>
          <p:nvPr/>
        </p:nvSpPr>
        <p:spPr>
          <a:xfrm>
            <a:off x="9788013" y="4279206"/>
            <a:ext cx="2225225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Windows Update Server</a:t>
            </a:r>
          </a:p>
          <a:p>
            <a:r>
              <a:rPr lang="en-IN" sz="1100" dirty="0">
                <a:latin typeface="Segoe UI" panose="020B0502040204020203" pitchFamily="34" charset="0"/>
                <a:cs typeface="Segoe UI" panose="020B0502040204020203" pitchFamily="34" charset="0"/>
              </a:rPr>
              <a:t>windowsupdate.microsoft.com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5F08476-E8FD-7B3D-3AD8-F62E8EFD98BC}"/>
              </a:ext>
            </a:extLst>
          </p:cNvPr>
          <p:cNvSpPr/>
          <p:nvPr/>
        </p:nvSpPr>
        <p:spPr>
          <a:xfrm>
            <a:off x="8888359" y="3569109"/>
            <a:ext cx="1288027" cy="5112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DNS Server</a:t>
            </a:r>
          </a:p>
          <a:p>
            <a:pPr algn="ctr"/>
            <a:r>
              <a:rPr lang="en-US" sz="900" dirty="0">
                <a:latin typeface="Segoe UI" panose="020B0502040204020203" pitchFamily="34" charset="0"/>
                <a:cs typeface="Segoe UI" panose="020B0502040204020203" pitchFamily="34" charset="0"/>
              </a:rPr>
              <a:t>Internal</a:t>
            </a:r>
            <a:endParaRPr lang="en-IN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F8265B2-DCA2-C0F7-2B69-CE52AE16A627}"/>
              </a:ext>
            </a:extLst>
          </p:cNvPr>
          <p:cNvSpPr/>
          <p:nvPr/>
        </p:nvSpPr>
        <p:spPr>
          <a:xfrm>
            <a:off x="6189404" y="3569109"/>
            <a:ext cx="1288027" cy="5112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Proxy DNS Server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443CB51-207D-BC5F-5418-38C5B4C665AD}"/>
              </a:ext>
            </a:extLst>
          </p:cNvPr>
          <p:cNvCxnSpPr>
            <a:cxnSpLocks/>
            <a:stCxn id="12" idx="1"/>
            <a:endCxn id="15" idx="3"/>
          </p:cNvCxnSpPr>
          <p:nvPr/>
        </p:nvCxnSpPr>
        <p:spPr>
          <a:xfrm flipH="1">
            <a:off x="7477431" y="3824748"/>
            <a:ext cx="14109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22474CA-B0E1-805C-C2E7-23A20A9E9398}"/>
              </a:ext>
            </a:extLst>
          </p:cNvPr>
          <p:cNvSpPr/>
          <p:nvPr/>
        </p:nvSpPr>
        <p:spPr>
          <a:xfrm>
            <a:off x="4758811" y="1151996"/>
            <a:ext cx="2074606" cy="6797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Public DNS Server</a:t>
            </a:r>
          </a:p>
          <a:p>
            <a:pPr algn="ctr"/>
            <a:r>
              <a:rPr lang="en-US" sz="1100" dirty="0">
                <a:latin typeface="Segoe UI" panose="020B0502040204020203" pitchFamily="34" charset="0"/>
                <a:cs typeface="Segoe UI" panose="020B0502040204020203" pitchFamily="34" charset="0"/>
              </a:rPr>
              <a:t>Google Public DNS: 8.8.8.8</a:t>
            </a:r>
          </a:p>
          <a:p>
            <a:pPr algn="ctr"/>
            <a:r>
              <a:rPr lang="en-US" sz="1100" dirty="0">
                <a:latin typeface="Segoe UI" panose="020B0502040204020203" pitchFamily="34" charset="0"/>
                <a:cs typeface="Segoe UI" panose="020B0502040204020203" pitchFamily="34" charset="0"/>
              </a:rPr>
              <a:t>Cloudflare DNS: 1.1.1.1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3A3B05B-7513-E313-860E-D5BCB9E48652}"/>
              </a:ext>
            </a:extLst>
          </p:cNvPr>
          <p:cNvCxnSpPr>
            <a:cxnSpLocks/>
            <a:stCxn id="15" idx="0"/>
            <a:endCxn id="19" idx="2"/>
          </p:cNvCxnSpPr>
          <p:nvPr/>
        </p:nvCxnSpPr>
        <p:spPr>
          <a:xfrm flipH="1" flipV="1">
            <a:off x="5796114" y="1831739"/>
            <a:ext cx="1037304" cy="17373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3700B59-53A5-D87F-22FB-EAC344447726}"/>
              </a:ext>
            </a:extLst>
          </p:cNvPr>
          <p:cNvSpPr txBox="1"/>
          <p:nvPr/>
        </p:nvSpPr>
        <p:spPr>
          <a:xfrm>
            <a:off x="6189404" y="1896117"/>
            <a:ext cx="3034805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Windows Update Server</a:t>
            </a:r>
          </a:p>
          <a:p>
            <a:r>
              <a:rPr lang="en-IN" sz="1100" dirty="0">
                <a:latin typeface="Segoe UI" panose="020B0502040204020203" pitchFamily="34" charset="0"/>
                <a:cs typeface="Segoe UI" panose="020B0502040204020203" pitchFamily="34" charset="0"/>
              </a:rPr>
              <a:t>windowsupdate.microsoft.com = 100.55.32.3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B0C0E9-F8C0-BC24-90A5-2F0FC9435BA1}"/>
              </a:ext>
            </a:extLst>
          </p:cNvPr>
          <p:cNvSpPr txBox="1"/>
          <p:nvPr/>
        </p:nvSpPr>
        <p:spPr>
          <a:xfrm>
            <a:off x="855404" y="1197286"/>
            <a:ext cx="2225225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Windows Update Server</a:t>
            </a:r>
          </a:p>
          <a:p>
            <a:r>
              <a:rPr lang="en-IN" sz="1100" dirty="0">
                <a:latin typeface="Segoe UI" panose="020B0502040204020203" pitchFamily="34" charset="0"/>
                <a:cs typeface="Segoe UI" panose="020B0502040204020203" pitchFamily="34" charset="0"/>
              </a:rPr>
              <a:t>windowsupdate.microsoft.com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F6A0311-3511-0B9A-F3E6-A39AB1962C69}"/>
              </a:ext>
            </a:extLst>
          </p:cNvPr>
          <p:cNvSpPr/>
          <p:nvPr/>
        </p:nvSpPr>
        <p:spPr>
          <a:xfrm>
            <a:off x="2802191" y="3569109"/>
            <a:ext cx="1288027" cy="511278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Firewall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D785131-47AB-DABF-F047-997EF72EC271}"/>
              </a:ext>
            </a:extLst>
          </p:cNvPr>
          <p:cNvSpPr txBox="1"/>
          <p:nvPr/>
        </p:nvSpPr>
        <p:spPr>
          <a:xfrm>
            <a:off x="3308554" y="4765047"/>
            <a:ext cx="39837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Firewall checks outbound traffic against below ip address</a:t>
            </a:r>
          </a:p>
          <a:p>
            <a:r>
              <a:rPr lang="en-IN" sz="1100" dirty="0">
                <a:latin typeface="Segoe UI" panose="020B0502040204020203" pitchFamily="34" charset="0"/>
                <a:cs typeface="Segoe UI" panose="020B0502040204020203" pitchFamily="34" charset="0"/>
              </a:rPr>
              <a:t>windowsupdate.microsoft.com = 100.55.32.3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67BBDAF-B51F-359A-233E-AFDED257DB4E}"/>
              </a:ext>
            </a:extLst>
          </p:cNvPr>
          <p:cNvCxnSpPr>
            <a:cxnSpLocks/>
            <a:stCxn id="6" idx="1"/>
            <a:endCxn id="25" idx="3"/>
          </p:cNvCxnSpPr>
          <p:nvPr/>
        </p:nvCxnSpPr>
        <p:spPr>
          <a:xfrm flipH="1" flipV="1">
            <a:off x="4090218" y="3824748"/>
            <a:ext cx="5152104" cy="15633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125E518-8389-9B62-8B87-95B997B2BFCC}"/>
              </a:ext>
            </a:extLst>
          </p:cNvPr>
          <p:cNvCxnSpPr>
            <a:cxnSpLocks/>
            <a:stCxn id="25" idx="0"/>
            <a:endCxn id="24" idx="2"/>
          </p:cNvCxnSpPr>
          <p:nvPr/>
        </p:nvCxnSpPr>
        <p:spPr>
          <a:xfrm flipH="1" flipV="1">
            <a:off x="1968017" y="1674340"/>
            <a:ext cx="1478188" cy="1894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3863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9A1D78F-D01F-91D6-6F62-2B509ED82C02}"/>
              </a:ext>
            </a:extLst>
          </p:cNvPr>
          <p:cNvSpPr/>
          <p:nvPr/>
        </p:nvSpPr>
        <p:spPr>
          <a:xfrm>
            <a:off x="194821" y="6089715"/>
            <a:ext cx="2293856" cy="565609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dirty="0"/>
              <a:t>Logs and Events from IT and Cloud Resources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6FBBB35-F1AE-9CE9-FCF0-7D00695A72A3}"/>
              </a:ext>
            </a:extLst>
          </p:cNvPr>
          <p:cNvSpPr/>
          <p:nvPr/>
        </p:nvSpPr>
        <p:spPr>
          <a:xfrm>
            <a:off x="194821" y="5052766"/>
            <a:ext cx="2293856" cy="6881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/>
              <a:t>Security Tools – Alerts/Incidents</a:t>
            </a:r>
          </a:p>
          <a:p>
            <a:pPr algn="ctr"/>
            <a:r>
              <a:rPr lang="en-IN" sz="900" dirty="0"/>
              <a:t>Microsoft Defender for Cloud, </a:t>
            </a:r>
          </a:p>
          <a:p>
            <a:pPr algn="ctr"/>
            <a:r>
              <a:rPr lang="en-IN" sz="900" dirty="0"/>
              <a:t>Microsoft Defender for Endpoint</a:t>
            </a:r>
          </a:p>
          <a:p>
            <a:pPr algn="ctr"/>
            <a:r>
              <a:rPr lang="en-IN" sz="900" dirty="0"/>
              <a:t>Azure Monitor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EAF12A18-9F2C-DA40-61DF-6AB6D62754CD}"/>
              </a:ext>
            </a:extLst>
          </p:cNvPr>
          <p:cNvSpPr/>
          <p:nvPr/>
        </p:nvSpPr>
        <p:spPr>
          <a:xfrm>
            <a:off x="569536" y="3817856"/>
            <a:ext cx="1544425" cy="980385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L1 SOC Analyst</a:t>
            </a:r>
          </a:p>
          <a:p>
            <a:pPr algn="ctr"/>
            <a:r>
              <a:rPr lang="en-IN" sz="1200" b="1" dirty="0">
                <a:solidFill>
                  <a:schemeClr val="tx1"/>
                </a:solidFill>
              </a:rPr>
              <a:t>(SOP)</a:t>
            </a:r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FD0F8B7D-25FE-4A05-1E43-3074414A3726}"/>
              </a:ext>
            </a:extLst>
          </p:cNvPr>
          <p:cNvSpPr/>
          <p:nvPr/>
        </p:nvSpPr>
        <p:spPr>
          <a:xfrm>
            <a:off x="560109" y="2650499"/>
            <a:ext cx="1567992" cy="922259"/>
          </a:xfrm>
          <a:prstGeom prst="diamond">
            <a:avLst/>
          </a:prstGeom>
          <a:solidFill>
            <a:srgbClr val="92D05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L2 SOC Analyst</a:t>
            </a: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7A596F9C-F51E-CE27-CE4C-39AB3C028263}"/>
              </a:ext>
            </a:extLst>
          </p:cNvPr>
          <p:cNvSpPr/>
          <p:nvPr/>
        </p:nvSpPr>
        <p:spPr>
          <a:xfrm>
            <a:off x="569536" y="1310326"/>
            <a:ext cx="1544425" cy="1095075"/>
          </a:xfrm>
          <a:prstGeom prst="diamond">
            <a:avLst/>
          </a:prstGeom>
          <a:solidFill>
            <a:srgbClr val="00B05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L3 SOC Analyst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D1EF1F1F-8D59-8239-30A0-2BCE4F8820A2}"/>
              </a:ext>
            </a:extLst>
          </p:cNvPr>
          <p:cNvCxnSpPr>
            <a:cxnSpLocks/>
            <a:stCxn id="9" idx="2"/>
            <a:endCxn id="8" idx="0"/>
          </p:cNvCxnSpPr>
          <p:nvPr/>
        </p:nvCxnSpPr>
        <p:spPr>
          <a:xfrm rot="16200000" flipH="1">
            <a:off x="1220378" y="2526772"/>
            <a:ext cx="245098" cy="2356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99B793B4-B0FE-FF2A-386E-FA45A273BD28}"/>
              </a:ext>
            </a:extLst>
          </p:cNvPr>
          <p:cNvCxnSpPr/>
          <p:nvPr/>
        </p:nvCxnSpPr>
        <p:spPr>
          <a:xfrm rot="16200000" flipH="1">
            <a:off x="3527979" y="2886956"/>
            <a:ext cx="2006342" cy="1838227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EAF00384-4EE3-CB12-0AE2-A57102D7978C}"/>
              </a:ext>
            </a:extLst>
          </p:cNvPr>
          <p:cNvCxnSpPr>
            <a:cxnSpLocks/>
            <a:stCxn id="7" idx="2"/>
            <a:endCxn id="5" idx="0"/>
          </p:cNvCxnSpPr>
          <p:nvPr/>
        </p:nvCxnSpPr>
        <p:spPr>
          <a:xfrm rot="5400000">
            <a:off x="1214487" y="4925503"/>
            <a:ext cx="254525" cy="12700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3F770ADA-702B-8EEB-2834-9211B177AB53}"/>
              </a:ext>
            </a:extLst>
          </p:cNvPr>
          <p:cNvCxnSpPr>
            <a:cxnSpLocks/>
            <a:stCxn id="8" idx="2"/>
            <a:endCxn id="7" idx="0"/>
          </p:cNvCxnSpPr>
          <p:nvPr/>
        </p:nvCxnSpPr>
        <p:spPr>
          <a:xfrm rot="5400000">
            <a:off x="1220378" y="3694129"/>
            <a:ext cx="245098" cy="2356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D05DA43-0968-CBB8-731E-F4B90618BA67}"/>
              </a:ext>
            </a:extLst>
          </p:cNvPr>
          <p:cNvSpPr txBox="1"/>
          <p:nvPr/>
        </p:nvSpPr>
        <p:spPr>
          <a:xfrm>
            <a:off x="1692111" y="3410146"/>
            <a:ext cx="1544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Evaluates the case and escalates further for analysis</a:t>
            </a:r>
          </a:p>
        </p:txBody>
      </p:sp>
    </p:spTree>
    <p:extLst>
      <p:ext uri="{BB962C8B-B14F-4D97-AF65-F5344CB8AC3E}">
        <p14:creationId xmlns:p14="http://schemas.microsoft.com/office/powerpoint/2010/main" val="2327244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FBCEF2A-2568-5607-A57B-8FE9614935E7}"/>
              </a:ext>
            </a:extLst>
          </p:cNvPr>
          <p:cNvSpPr/>
          <p:nvPr/>
        </p:nvSpPr>
        <p:spPr>
          <a:xfrm>
            <a:off x="5684361" y="6246427"/>
            <a:ext cx="1414022" cy="44306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>
                <a:latin typeface="Segoe UI" panose="020B0502040204020203" pitchFamily="34" charset="0"/>
                <a:cs typeface="Segoe UI" panose="020B0502040204020203" pitchFamily="34" charset="0"/>
              </a:rPr>
              <a:t>Session manager</a:t>
            </a:r>
          </a:p>
          <a:p>
            <a:pPr algn="ctr"/>
            <a:r>
              <a:rPr lang="en-IN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‘smss.exe’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422182B-F5E5-1B59-EED8-676BAF86C7D6}"/>
              </a:ext>
            </a:extLst>
          </p:cNvPr>
          <p:cNvSpPr/>
          <p:nvPr/>
        </p:nvSpPr>
        <p:spPr>
          <a:xfrm>
            <a:off x="3566665" y="4945522"/>
            <a:ext cx="2100607" cy="44306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>
                <a:latin typeface="Segoe UI" panose="020B0502040204020203" pitchFamily="34" charset="0"/>
                <a:cs typeface="Segoe UI" panose="020B0502040204020203" pitchFamily="34" charset="0"/>
              </a:rPr>
              <a:t>Windows Initialization Process</a:t>
            </a:r>
          </a:p>
          <a:p>
            <a:pPr algn="ctr"/>
            <a:r>
              <a:rPr lang="en-IN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‘wininit.exe’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7AA115E-80C2-ABC3-B425-ED5104FC81B9}"/>
              </a:ext>
            </a:extLst>
          </p:cNvPr>
          <p:cNvSpPr/>
          <p:nvPr/>
        </p:nvSpPr>
        <p:spPr>
          <a:xfrm>
            <a:off x="499414" y="4931383"/>
            <a:ext cx="2264006" cy="44306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>
                <a:latin typeface="Segoe UI" panose="020B0502040204020203" pitchFamily="34" charset="0"/>
                <a:cs typeface="Segoe UI" panose="020B0502040204020203" pitchFamily="34" charset="0"/>
              </a:rPr>
              <a:t>Client Server Runtime Subsystem</a:t>
            </a:r>
          </a:p>
          <a:p>
            <a:pPr algn="ctr"/>
            <a:r>
              <a:rPr lang="en-IN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‘cssrss.exe’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D81D5B-7A74-E815-4655-95566BF48E5D}"/>
              </a:ext>
            </a:extLst>
          </p:cNvPr>
          <p:cNvSpPr txBox="1"/>
          <p:nvPr/>
        </p:nvSpPr>
        <p:spPr>
          <a:xfrm>
            <a:off x="181856" y="6246427"/>
            <a:ext cx="157349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100" dirty="0">
                <a:latin typeface="Segoe UI" panose="020B0502040204020203" pitchFamily="34" charset="0"/>
                <a:cs typeface="Segoe UI" panose="020B0502040204020203" pitchFamily="34" charset="0"/>
              </a:rPr>
              <a:t>Boot initialization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422805-FFFE-4426-72FF-5F9BBE013BF4}"/>
              </a:ext>
            </a:extLst>
          </p:cNvPr>
          <p:cNvSpPr txBox="1"/>
          <p:nvPr/>
        </p:nvSpPr>
        <p:spPr>
          <a:xfrm>
            <a:off x="5208224" y="5399376"/>
            <a:ext cx="114339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100" dirty="0">
                <a:latin typeface="Segoe UI" panose="020B0502040204020203" pitchFamily="34" charset="0"/>
                <a:cs typeface="Segoe UI" panose="020B0502040204020203" pitchFamily="34" charset="0"/>
              </a:rPr>
              <a:t>It starts system services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293FCE8-C732-1FA2-7E9A-0A656F9886E1}"/>
              </a:ext>
            </a:extLst>
          </p:cNvPr>
          <p:cNvSpPr/>
          <p:nvPr/>
        </p:nvSpPr>
        <p:spPr>
          <a:xfrm>
            <a:off x="440305" y="3798994"/>
            <a:ext cx="1837049" cy="44306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>
                <a:latin typeface="Segoe UI" panose="020B0502040204020203" pitchFamily="34" charset="0"/>
                <a:cs typeface="Segoe UI" panose="020B0502040204020203" pitchFamily="34" charset="0"/>
              </a:rPr>
              <a:t>Service control manager</a:t>
            </a:r>
          </a:p>
          <a:p>
            <a:pPr algn="ctr"/>
            <a:r>
              <a:rPr lang="en-IN" sz="1100" dirty="0">
                <a:latin typeface="Segoe UI" panose="020B0502040204020203" pitchFamily="34" charset="0"/>
                <a:cs typeface="Segoe UI" panose="020B0502040204020203" pitchFamily="34" charset="0"/>
              </a:rPr>
              <a:t>‘</a:t>
            </a:r>
            <a:r>
              <a:rPr lang="en-IN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services.exe</a:t>
            </a:r>
            <a:r>
              <a:rPr lang="en-IN" sz="1100" dirty="0">
                <a:latin typeface="Segoe UI" panose="020B0502040204020203" pitchFamily="34" charset="0"/>
                <a:cs typeface="Segoe UI" panose="020B0502040204020203" pitchFamily="34" charset="0"/>
              </a:rPr>
              <a:t>’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80DC268-637E-7BE7-50E7-FCEF5827F336}"/>
              </a:ext>
            </a:extLst>
          </p:cNvPr>
          <p:cNvSpPr/>
          <p:nvPr/>
        </p:nvSpPr>
        <p:spPr>
          <a:xfrm>
            <a:off x="4704965" y="3789559"/>
            <a:ext cx="1688575" cy="44306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>
                <a:latin typeface="Segoe UI" panose="020B0502040204020203" pitchFamily="34" charset="0"/>
                <a:cs typeface="Segoe UI" panose="020B0502040204020203" pitchFamily="34" charset="0"/>
              </a:rPr>
              <a:t>Local security authority</a:t>
            </a:r>
          </a:p>
          <a:p>
            <a:pPr algn="ctr"/>
            <a:r>
              <a:rPr lang="en-IN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‘lsass.exe’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EF6BEFC-89F1-AB81-32E1-03E9518D6778}"/>
              </a:ext>
            </a:extLst>
          </p:cNvPr>
          <p:cNvSpPr/>
          <p:nvPr/>
        </p:nvSpPr>
        <p:spPr>
          <a:xfrm>
            <a:off x="2800549" y="3798994"/>
            <a:ext cx="1636728" cy="44306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>
                <a:latin typeface="Segoe UI" panose="020B0502040204020203" pitchFamily="34" charset="0"/>
                <a:cs typeface="Segoe UI" panose="020B0502040204020203" pitchFamily="34" charset="0"/>
              </a:rPr>
              <a:t>Local session manager</a:t>
            </a:r>
          </a:p>
          <a:p>
            <a:pPr algn="ctr"/>
            <a:r>
              <a:rPr lang="en-IN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‘lsm.exe’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094BA16-80C7-F3F9-F092-CD3200E3AC48}"/>
              </a:ext>
            </a:extLst>
          </p:cNvPr>
          <p:cNvCxnSpPr>
            <a:cxnSpLocks/>
            <a:stCxn id="52" idx="1"/>
            <a:endCxn id="13" idx="3"/>
          </p:cNvCxnSpPr>
          <p:nvPr/>
        </p:nvCxnSpPr>
        <p:spPr>
          <a:xfrm flipH="1" flipV="1">
            <a:off x="6393540" y="4011090"/>
            <a:ext cx="588100" cy="94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FC214FB-246D-3F45-5782-91A69487F6C9}"/>
              </a:ext>
            </a:extLst>
          </p:cNvPr>
          <p:cNvCxnSpPr>
            <a:cxnSpLocks/>
            <a:stCxn id="4" idx="0"/>
            <a:endCxn id="38" idx="2"/>
          </p:cNvCxnSpPr>
          <p:nvPr/>
        </p:nvCxnSpPr>
        <p:spPr>
          <a:xfrm flipV="1">
            <a:off x="6391372" y="5371751"/>
            <a:ext cx="4554047" cy="8746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0B9ED23-6929-9290-72DD-1D525BAD0F5B}"/>
              </a:ext>
            </a:extLst>
          </p:cNvPr>
          <p:cNvCxnSpPr>
            <a:cxnSpLocks/>
            <a:stCxn id="4" idx="0"/>
            <a:endCxn id="7" idx="2"/>
          </p:cNvCxnSpPr>
          <p:nvPr/>
        </p:nvCxnSpPr>
        <p:spPr>
          <a:xfrm flipH="1" flipV="1">
            <a:off x="1631417" y="5374444"/>
            <a:ext cx="4759955" cy="8719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253A4A3-FD3B-1587-5F48-FBB4ECD818DA}"/>
              </a:ext>
            </a:extLst>
          </p:cNvPr>
          <p:cNvSpPr txBox="1"/>
          <p:nvPr/>
        </p:nvSpPr>
        <p:spPr>
          <a:xfrm>
            <a:off x="8269184" y="5851182"/>
            <a:ext cx="2610447" cy="476726"/>
          </a:xfrm>
          <a:prstGeom prst="roundRect">
            <a:avLst/>
          </a:prstGeom>
          <a:solidFill>
            <a:schemeClr val="lt1">
              <a:alpha val="0"/>
            </a:schemeClr>
          </a:solidFill>
          <a:ln>
            <a:noFill/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IN" sz="1100" dirty="0">
                <a:latin typeface="Segoe UI" panose="020B0502040204020203" pitchFamily="34" charset="0"/>
                <a:cs typeface="Segoe UI" panose="020B0502040204020203" pitchFamily="34" charset="0"/>
              </a:rPr>
              <a:t>After handling system processes </a:t>
            </a:r>
            <a:r>
              <a:rPr lang="en-IN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Session manager </a:t>
            </a:r>
            <a:r>
              <a:rPr lang="en-IN" sz="1100" dirty="0">
                <a:latin typeface="Segoe UI" panose="020B0502040204020203" pitchFamily="34" charset="0"/>
                <a:cs typeface="Segoe UI" panose="020B0502040204020203" pitchFamily="34" charset="0"/>
              </a:rPr>
              <a:t>again starts </a:t>
            </a:r>
            <a:r>
              <a:rPr lang="en-IN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CSRSS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E6CA762-F675-6B60-45C9-7D652BA6C8BD}"/>
              </a:ext>
            </a:extLst>
          </p:cNvPr>
          <p:cNvCxnSpPr>
            <a:cxnSpLocks/>
            <a:stCxn id="4" idx="0"/>
            <a:endCxn id="6" idx="2"/>
          </p:cNvCxnSpPr>
          <p:nvPr/>
        </p:nvCxnSpPr>
        <p:spPr>
          <a:xfrm flipH="1" flipV="1">
            <a:off x="4616969" y="5388583"/>
            <a:ext cx="1774403" cy="8578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DC75787-C2C1-6178-FB58-6DF27374F4DF}"/>
              </a:ext>
            </a:extLst>
          </p:cNvPr>
          <p:cNvSpPr txBox="1"/>
          <p:nvPr/>
        </p:nvSpPr>
        <p:spPr>
          <a:xfrm>
            <a:off x="3855756" y="5499008"/>
            <a:ext cx="1643391" cy="408623"/>
          </a:xfrm>
          <a:prstGeom prst="roundRect">
            <a:avLst/>
          </a:prstGeom>
          <a:solidFill>
            <a:schemeClr val="lt1">
              <a:alpha val="0"/>
            </a:schemeClr>
          </a:solidFill>
          <a:ln>
            <a:solidFill>
              <a:schemeClr val="bg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algn="ctr">
              <a:defRPr sz="1100">
                <a:solidFill>
                  <a:schemeClr val="dk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IN" sz="900" b="1" dirty="0"/>
              <a:t>Session 0</a:t>
            </a:r>
            <a:endParaRPr lang="en-IN" sz="900" dirty="0"/>
          </a:p>
          <a:p>
            <a:r>
              <a:rPr lang="en-IN" sz="900" dirty="0"/>
              <a:t>for system processes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D7EC514F-90AE-2569-9847-B1339965249B}"/>
              </a:ext>
            </a:extLst>
          </p:cNvPr>
          <p:cNvSpPr/>
          <p:nvPr/>
        </p:nvSpPr>
        <p:spPr>
          <a:xfrm>
            <a:off x="9813416" y="4928690"/>
            <a:ext cx="2264006" cy="44306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>
                <a:latin typeface="Segoe UI" panose="020B0502040204020203" pitchFamily="34" charset="0"/>
                <a:cs typeface="Segoe UI" panose="020B0502040204020203" pitchFamily="34" charset="0"/>
              </a:rPr>
              <a:t>Client Server Runtime Subsystem</a:t>
            </a:r>
          </a:p>
          <a:p>
            <a:pPr algn="ctr"/>
            <a:r>
              <a:rPr lang="en-IN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‘cssrss.exe’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C1239B8-28FA-F2C1-03F3-55D880C6ECF4}"/>
              </a:ext>
            </a:extLst>
          </p:cNvPr>
          <p:cNvSpPr txBox="1"/>
          <p:nvPr/>
        </p:nvSpPr>
        <p:spPr>
          <a:xfrm>
            <a:off x="7040762" y="5493239"/>
            <a:ext cx="1518483" cy="408623"/>
          </a:xfrm>
          <a:prstGeom prst="roundRect">
            <a:avLst/>
          </a:prstGeom>
          <a:solidFill>
            <a:schemeClr val="lt1">
              <a:alpha val="0"/>
            </a:schemeClr>
          </a:solidFill>
          <a:ln>
            <a:solidFill>
              <a:schemeClr val="bg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algn="ctr">
              <a:defRPr sz="1100">
                <a:solidFill>
                  <a:schemeClr val="dk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IN" sz="900" b="1" dirty="0"/>
              <a:t>Session 1</a:t>
            </a:r>
          </a:p>
          <a:p>
            <a:r>
              <a:rPr lang="en-IN" sz="900" dirty="0"/>
              <a:t>for User processes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FBF096D6-DA06-B0C1-C659-F08656755990}"/>
              </a:ext>
            </a:extLst>
          </p:cNvPr>
          <p:cNvSpPr/>
          <p:nvPr/>
        </p:nvSpPr>
        <p:spPr>
          <a:xfrm>
            <a:off x="6917025" y="4928689"/>
            <a:ext cx="1765959" cy="44306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>
                <a:latin typeface="Segoe UI" panose="020B0502040204020203" pitchFamily="34" charset="0"/>
                <a:cs typeface="Segoe UI" panose="020B0502040204020203" pitchFamily="34" charset="0"/>
              </a:rPr>
              <a:t>Windows logon process</a:t>
            </a:r>
          </a:p>
          <a:p>
            <a:pPr algn="ctr"/>
            <a:r>
              <a:rPr lang="en-IN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‘winlogon.exe’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FD28A2B-6D16-CBE6-13DD-D00124926274}"/>
              </a:ext>
            </a:extLst>
          </p:cNvPr>
          <p:cNvCxnSpPr>
            <a:cxnSpLocks/>
            <a:stCxn id="4" idx="0"/>
            <a:endCxn id="41" idx="2"/>
          </p:cNvCxnSpPr>
          <p:nvPr/>
        </p:nvCxnSpPr>
        <p:spPr>
          <a:xfrm flipV="1">
            <a:off x="6391372" y="5371750"/>
            <a:ext cx="1408633" cy="874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53F43C36-0D0C-69F4-8DAA-F2F8A2BD7D33}"/>
              </a:ext>
            </a:extLst>
          </p:cNvPr>
          <p:cNvSpPr/>
          <p:nvPr/>
        </p:nvSpPr>
        <p:spPr>
          <a:xfrm>
            <a:off x="6981640" y="3798994"/>
            <a:ext cx="1636728" cy="44306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>
                <a:latin typeface="Segoe UI" panose="020B0502040204020203" pitchFamily="34" charset="0"/>
                <a:cs typeface="Segoe UI" panose="020B0502040204020203" pitchFamily="34" charset="0"/>
              </a:rPr>
              <a:t>Local session manager</a:t>
            </a:r>
          </a:p>
          <a:p>
            <a:pPr algn="ctr"/>
            <a:r>
              <a:rPr lang="en-IN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‘LogonUI.exe’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7F36972-EE15-4C7E-91F5-A98600956C75}"/>
              </a:ext>
            </a:extLst>
          </p:cNvPr>
          <p:cNvCxnSpPr>
            <a:cxnSpLocks/>
            <a:stCxn id="41" idx="0"/>
            <a:endCxn id="52" idx="2"/>
          </p:cNvCxnSpPr>
          <p:nvPr/>
        </p:nvCxnSpPr>
        <p:spPr>
          <a:xfrm flipH="1" flipV="1">
            <a:off x="7800004" y="4242055"/>
            <a:ext cx="1" cy="6866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8D3F0B76-274C-5EE1-5CB1-E4DB7F5E63B7}"/>
              </a:ext>
            </a:extLst>
          </p:cNvPr>
          <p:cNvSpPr txBox="1"/>
          <p:nvPr/>
        </p:nvSpPr>
        <p:spPr>
          <a:xfrm>
            <a:off x="7602214" y="4304681"/>
            <a:ext cx="1080770" cy="388307"/>
          </a:xfrm>
          <a:prstGeom prst="roundRect">
            <a:avLst/>
          </a:prstGeom>
          <a:solidFill>
            <a:schemeClr val="lt1">
              <a:alpha val="0"/>
            </a:schemeClr>
          </a:solidFill>
          <a:ln>
            <a:noFill/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IN" sz="800" dirty="0">
                <a:latin typeface="Segoe UI" panose="020B0502040204020203" pitchFamily="34" charset="0"/>
                <a:cs typeface="Segoe UI" panose="020B0502040204020203" pitchFamily="34" charset="0"/>
              </a:rPr>
              <a:t>Starts login process</a:t>
            </a:r>
            <a:endParaRPr lang="en-IN" sz="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3CF7278-5507-1A9C-503C-F4E508BA7A19}"/>
              </a:ext>
            </a:extLst>
          </p:cNvPr>
          <p:cNvSpPr txBox="1"/>
          <p:nvPr/>
        </p:nvSpPr>
        <p:spPr>
          <a:xfrm>
            <a:off x="5901362" y="4227052"/>
            <a:ext cx="1764976" cy="374571"/>
          </a:xfrm>
          <a:prstGeom prst="roundRect">
            <a:avLst/>
          </a:prstGeom>
          <a:solidFill>
            <a:schemeClr val="lt1">
              <a:alpha val="0"/>
            </a:schemeClr>
          </a:solidFill>
          <a:ln>
            <a:noFill/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IN" sz="800" b="1" dirty="0">
                <a:latin typeface="Segoe UI" panose="020B0502040204020203" pitchFamily="34" charset="0"/>
                <a:cs typeface="Segoe UI" panose="020B0502040204020203" pitchFamily="34" charset="0"/>
              </a:rPr>
              <a:t>LogonUI.exe </a:t>
            </a:r>
            <a:r>
              <a:rPr lang="en-IN" sz="800" dirty="0">
                <a:latin typeface="Segoe UI" panose="020B0502040204020203" pitchFamily="34" charset="0"/>
                <a:cs typeface="Segoe UI" panose="020B0502040204020203" pitchFamily="34" charset="0"/>
              </a:rPr>
              <a:t>takes credentials and passes them to </a:t>
            </a:r>
            <a:r>
              <a:rPr lang="en-IN" sz="800" b="1" dirty="0">
                <a:latin typeface="Segoe UI" panose="020B0502040204020203" pitchFamily="34" charset="0"/>
                <a:cs typeface="Segoe UI" panose="020B0502040204020203" pitchFamily="34" charset="0"/>
              </a:rPr>
              <a:t>lsass.exe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E3D98BB-02D3-BF1B-5466-1B46910E5CAC}"/>
              </a:ext>
            </a:extLst>
          </p:cNvPr>
          <p:cNvCxnSpPr>
            <a:cxnSpLocks/>
            <a:stCxn id="6" idx="0"/>
            <a:endCxn id="13" idx="2"/>
          </p:cNvCxnSpPr>
          <p:nvPr/>
        </p:nvCxnSpPr>
        <p:spPr>
          <a:xfrm flipV="1">
            <a:off x="4616969" y="4232620"/>
            <a:ext cx="932284" cy="7129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A1D0E3FD-9BC9-7188-3364-04EE78C0751B}"/>
              </a:ext>
            </a:extLst>
          </p:cNvPr>
          <p:cNvCxnSpPr>
            <a:cxnSpLocks/>
            <a:stCxn id="6" idx="0"/>
            <a:endCxn id="12" idx="2"/>
          </p:cNvCxnSpPr>
          <p:nvPr/>
        </p:nvCxnSpPr>
        <p:spPr>
          <a:xfrm flipH="1" flipV="1">
            <a:off x="1358830" y="4242055"/>
            <a:ext cx="3258139" cy="7034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1889DD44-D1C2-9F7E-1254-053CB6C4CE2F}"/>
              </a:ext>
            </a:extLst>
          </p:cNvPr>
          <p:cNvCxnSpPr>
            <a:cxnSpLocks/>
            <a:stCxn id="6" idx="0"/>
            <a:endCxn id="14" idx="2"/>
          </p:cNvCxnSpPr>
          <p:nvPr/>
        </p:nvCxnSpPr>
        <p:spPr>
          <a:xfrm flipH="1" flipV="1">
            <a:off x="3618913" y="4242055"/>
            <a:ext cx="998056" cy="7034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BF898AE1-9A51-A641-3617-9BCAA9A49690}"/>
              </a:ext>
            </a:extLst>
          </p:cNvPr>
          <p:cNvSpPr/>
          <p:nvPr/>
        </p:nvSpPr>
        <p:spPr>
          <a:xfrm>
            <a:off x="9775513" y="3789559"/>
            <a:ext cx="1293324" cy="34671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‘UserInit.exe’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7949D75F-FA87-81E8-F292-F4E04E811F60}"/>
              </a:ext>
            </a:extLst>
          </p:cNvPr>
          <p:cNvCxnSpPr>
            <a:cxnSpLocks/>
            <a:stCxn id="13" idx="2"/>
            <a:endCxn id="41" idx="1"/>
          </p:cNvCxnSpPr>
          <p:nvPr/>
        </p:nvCxnSpPr>
        <p:spPr>
          <a:xfrm>
            <a:off x="5549253" y="4232620"/>
            <a:ext cx="1367772" cy="917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6696AC1D-39E9-8490-0808-6342FD43F0FF}"/>
              </a:ext>
            </a:extLst>
          </p:cNvPr>
          <p:cNvSpPr/>
          <p:nvPr/>
        </p:nvSpPr>
        <p:spPr>
          <a:xfrm>
            <a:off x="8766928" y="611573"/>
            <a:ext cx="3310494" cy="273898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05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Executables initiated by Userinit.exe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b="1" dirty="0">
                <a:latin typeface="Segoe UI" panose="020B0502040204020203" pitchFamily="34" charset="0"/>
                <a:cs typeface="Segoe UI" panose="020B0502040204020203" pitchFamily="34" charset="0"/>
              </a:rPr>
              <a:t>Explorer.exe</a:t>
            </a:r>
            <a:r>
              <a:rPr lang="en-IN" sz="1000" dirty="0">
                <a:latin typeface="Segoe UI" panose="020B0502040204020203" pitchFamily="34" charset="0"/>
                <a:cs typeface="Segoe UI" panose="020B0502040204020203" pitchFamily="34" charset="0"/>
              </a:rPr>
              <a:t>: Desktop, Taskbar, Explorer, Start menu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b="1" dirty="0">
                <a:latin typeface="Segoe UI" panose="020B0502040204020203" pitchFamily="34" charset="0"/>
                <a:cs typeface="Segoe UI" panose="020B0502040204020203" pitchFamily="34" charset="0"/>
              </a:rPr>
              <a:t>cmd.exe: </a:t>
            </a: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Executes logon scripts (batch files)</a:t>
            </a:r>
            <a:endParaRPr lang="en-IN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b="1" dirty="0">
                <a:latin typeface="Segoe UI" panose="020B0502040204020203" pitchFamily="34" charset="0"/>
                <a:cs typeface="Segoe UI" panose="020B0502040204020203" pitchFamily="34" charset="0"/>
              </a:rPr>
              <a:t>Powershell.exe: </a:t>
            </a:r>
            <a:r>
              <a:rPr lang="en-IN" sz="1000" dirty="0"/>
              <a:t>Runs </a:t>
            </a:r>
            <a:r>
              <a:rPr lang="en-IN" sz="1000" b="1" dirty="0"/>
              <a:t>PowerShell scripts</a:t>
            </a:r>
            <a:endParaRPr lang="en-IN" sz="1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b="1" dirty="0">
                <a:latin typeface="Segoe UI" panose="020B0502040204020203" pitchFamily="34" charset="0"/>
                <a:cs typeface="Segoe UI" panose="020B0502040204020203" pitchFamily="34" charset="0"/>
              </a:rPr>
              <a:t>Wscript.exe/Cscript.exe: </a:t>
            </a:r>
            <a:r>
              <a:rPr lang="en-US" sz="1000" dirty="0"/>
              <a:t>Executes </a:t>
            </a:r>
            <a:r>
              <a:rPr lang="en-US" sz="1000" b="1" dirty="0"/>
              <a:t>VBScript or JavaScript-based logon scripts</a:t>
            </a:r>
            <a:r>
              <a:rPr lang="en-US" sz="1000" dirty="0"/>
              <a:t>.</a:t>
            </a:r>
            <a:endParaRPr lang="en-IN" sz="1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b="1" dirty="0">
                <a:latin typeface="Segoe UI" panose="020B0502040204020203" pitchFamily="34" charset="0"/>
                <a:cs typeface="Segoe UI" panose="020B0502040204020203" pitchFamily="34" charset="0"/>
              </a:rPr>
              <a:t>Gpupdate.exe: </a:t>
            </a:r>
            <a:r>
              <a:rPr lang="en-US" sz="1000" dirty="0"/>
              <a:t>Ensures that </a:t>
            </a:r>
            <a:r>
              <a:rPr lang="en-US" sz="1000" b="1" dirty="0"/>
              <a:t>Group Policy settings</a:t>
            </a:r>
            <a:r>
              <a:rPr lang="en-US" sz="1000" dirty="0"/>
              <a:t> are applied.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>
                <a:latin typeface="Segoe UI" panose="020B0502040204020203" pitchFamily="34" charset="0"/>
                <a:cs typeface="Segoe UI" panose="020B0502040204020203" pitchFamily="34" charset="0"/>
              </a:rPr>
              <a:t>Net.exe:</a:t>
            </a: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 Used for mapping network drives (e.g., net use X: </a:t>
            </a: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  <a:hlinkClick r:id="rId2" action="ppaction://hlinkfile"/>
              </a:rPr>
              <a:t>\\server\share</a:t>
            </a: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).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Rundll32.exe: </a:t>
            </a:r>
            <a:r>
              <a:rPr lang="en-US" sz="1000" dirty="0"/>
              <a:t>Can be used to </a:t>
            </a:r>
            <a:r>
              <a:rPr lang="en-US" sz="1000" b="1" dirty="0"/>
              <a:t>load DLLs for specific startup tasks</a:t>
            </a:r>
            <a:r>
              <a:rPr lang="en-US" sz="1000" dirty="0"/>
              <a:t>.</a:t>
            </a:r>
            <a:endParaRPr lang="en-US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>
                <a:latin typeface="Segoe UI" panose="020B0502040204020203" pitchFamily="34" charset="0"/>
                <a:cs typeface="Segoe UI" panose="020B0502040204020203" pitchFamily="34" charset="0"/>
              </a:rPr>
              <a:t>Taskhost.exe: </a:t>
            </a: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Loads DLL-based services from the registry (similar to svchost.exe).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>
                <a:latin typeface="Segoe UI" panose="020B0502040204020203" pitchFamily="34" charset="0"/>
                <a:cs typeface="Segoe UI" panose="020B0502040204020203" pitchFamily="34" charset="0"/>
              </a:rPr>
              <a:t>Msiexec.exe: </a:t>
            </a: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Handles installation of startup applications via .</a:t>
            </a:r>
            <a:r>
              <a:rPr lang="en-US" sz="1000" dirty="0" err="1">
                <a:latin typeface="Segoe UI" panose="020B0502040204020203" pitchFamily="34" charset="0"/>
                <a:cs typeface="Segoe UI" panose="020B0502040204020203" pitchFamily="34" charset="0"/>
              </a:rPr>
              <a:t>msi</a:t>
            </a: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 installers. </a:t>
            </a:r>
            <a:endParaRPr lang="en-IN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17B524B2-ADCC-3378-495D-F9E5C7A5D11D}"/>
              </a:ext>
            </a:extLst>
          </p:cNvPr>
          <p:cNvCxnSpPr>
            <a:cxnSpLocks/>
            <a:stCxn id="41" idx="3"/>
            <a:endCxn id="71" idx="1"/>
          </p:cNvCxnSpPr>
          <p:nvPr/>
        </p:nvCxnSpPr>
        <p:spPr>
          <a:xfrm flipV="1">
            <a:off x="8682984" y="3962918"/>
            <a:ext cx="1092529" cy="11873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4F6C8DE7-F62F-DE5F-4040-2C46E5CC5186}"/>
              </a:ext>
            </a:extLst>
          </p:cNvPr>
          <p:cNvCxnSpPr>
            <a:cxnSpLocks/>
            <a:stCxn id="71" idx="0"/>
            <a:endCxn id="93" idx="2"/>
          </p:cNvCxnSpPr>
          <p:nvPr/>
        </p:nvCxnSpPr>
        <p:spPr>
          <a:xfrm flipV="1">
            <a:off x="10422175" y="3350559"/>
            <a:ext cx="0" cy="439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8D9C7786-58C9-26ED-D376-07EF84D2751A}"/>
              </a:ext>
            </a:extLst>
          </p:cNvPr>
          <p:cNvCxnSpPr>
            <a:cxnSpLocks/>
          </p:cNvCxnSpPr>
          <p:nvPr/>
        </p:nvCxnSpPr>
        <p:spPr>
          <a:xfrm flipV="1">
            <a:off x="4895576" y="2201539"/>
            <a:ext cx="1335591" cy="935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3F46AF1D-272A-6A3F-894C-E3C59C03CFFB}"/>
              </a:ext>
            </a:extLst>
          </p:cNvPr>
          <p:cNvSpPr txBox="1"/>
          <p:nvPr/>
        </p:nvSpPr>
        <p:spPr>
          <a:xfrm>
            <a:off x="6530225" y="3429000"/>
            <a:ext cx="1967047" cy="374571"/>
          </a:xfrm>
          <a:prstGeom prst="roundRect">
            <a:avLst/>
          </a:prstGeom>
          <a:solidFill>
            <a:schemeClr val="lt1">
              <a:alpha val="0"/>
            </a:schemeClr>
          </a:solidFill>
          <a:ln>
            <a:noFill/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800" dirty="0">
                <a:latin typeface="Segoe UI" panose="020B0502040204020203" pitchFamily="34" charset="0"/>
                <a:cs typeface="Segoe UI" panose="020B0502040204020203" pitchFamily="34" charset="0"/>
              </a:rPr>
              <a:t>Handles user authentication UI before passing control to </a:t>
            </a:r>
            <a:r>
              <a:rPr lang="en-US" sz="800" b="1" dirty="0">
                <a:latin typeface="Segoe UI" panose="020B0502040204020203" pitchFamily="34" charset="0"/>
                <a:cs typeface="Segoe UI" panose="020B0502040204020203" pitchFamily="34" charset="0"/>
              </a:rPr>
              <a:t>userinit.exe</a:t>
            </a:r>
            <a:endParaRPr lang="en-IN" sz="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5C12B9C-F265-0C78-8E92-D5E58F26700D}"/>
              </a:ext>
            </a:extLst>
          </p:cNvPr>
          <p:cNvSpPr txBox="1"/>
          <p:nvPr/>
        </p:nvSpPr>
        <p:spPr>
          <a:xfrm>
            <a:off x="4202940" y="1133689"/>
            <a:ext cx="828056" cy="289441"/>
          </a:xfrm>
          <a:prstGeom prst="roundRect">
            <a:avLst/>
          </a:prstGeom>
          <a:solidFill>
            <a:schemeClr val="lt1">
              <a:alpha val="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cmd.exe</a:t>
            </a:r>
            <a:endParaRPr lang="en-IN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6C084FC4-8FEB-92E1-A89C-DCBCB3C74DE4}"/>
              </a:ext>
            </a:extLst>
          </p:cNvPr>
          <p:cNvSpPr txBox="1"/>
          <p:nvPr/>
        </p:nvSpPr>
        <p:spPr>
          <a:xfrm>
            <a:off x="2386521" y="1491915"/>
            <a:ext cx="828056" cy="289441"/>
          </a:xfrm>
          <a:prstGeom prst="roundRect">
            <a:avLst/>
          </a:prstGeom>
          <a:solidFill>
            <a:schemeClr val="lt1">
              <a:alpha val="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cmd.exe</a:t>
            </a:r>
            <a:endParaRPr lang="en-IN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5F3027D0-8C68-C593-2535-387FD11E02A3}"/>
              </a:ext>
            </a:extLst>
          </p:cNvPr>
          <p:cNvSpPr txBox="1"/>
          <p:nvPr/>
        </p:nvSpPr>
        <p:spPr>
          <a:xfrm>
            <a:off x="9341405" y="4179742"/>
            <a:ext cx="1080770" cy="646986"/>
          </a:xfrm>
          <a:prstGeom prst="roundRect">
            <a:avLst/>
          </a:prstGeom>
          <a:solidFill>
            <a:schemeClr val="lt1">
              <a:alpha val="0"/>
            </a:schemeClr>
          </a:solidFill>
          <a:ln>
            <a:noFill/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IN" sz="800" dirty="0">
                <a:latin typeface="Segoe UI" panose="020B0502040204020203" pitchFamily="34" charset="0"/>
                <a:cs typeface="Segoe UI" panose="020B0502040204020203" pitchFamily="34" charset="0"/>
              </a:rPr>
              <a:t>Winlogon.exe calls Userinit.exe after successful authentication</a:t>
            </a:r>
            <a:endParaRPr lang="en-IN" sz="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A5A49930-1B5B-45C9-1EC5-503B6A2BA71E}"/>
              </a:ext>
            </a:extLst>
          </p:cNvPr>
          <p:cNvSpPr txBox="1"/>
          <p:nvPr/>
        </p:nvSpPr>
        <p:spPr>
          <a:xfrm>
            <a:off x="181856" y="183326"/>
            <a:ext cx="7736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Windows Authentication</a:t>
            </a:r>
          </a:p>
        </p:txBody>
      </p:sp>
    </p:spTree>
    <p:extLst>
      <p:ext uri="{BB962C8B-B14F-4D97-AF65-F5344CB8AC3E}">
        <p14:creationId xmlns:p14="http://schemas.microsoft.com/office/powerpoint/2010/main" val="1046887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1236D-3A8B-E2B1-8D47-00561EB2C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177" y="101174"/>
            <a:ext cx="11869132" cy="579863"/>
          </a:xfrm>
        </p:spPr>
        <p:txBody>
          <a:bodyPr>
            <a:noAutofit/>
          </a:bodyPr>
          <a:lstStyle/>
          <a:p>
            <a:r>
              <a:rPr lang="en-IN" sz="24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Enterprise DNS architecture</a:t>
            </a:r>
          </a:p>
        </p:txBody>
      </p:sp>
      <p:sp>
        <p:nvSpPr>
          <p:cNvPr id="6" name="Cloud 5">
            <a:extLst>
              <a:ext uri="{FF2B5EF4-FFF2-40B4-BE49-F238E27FC236}">
                <a16:creationId xmlns:a16="http://schemas.microsoft.com/office/drawing/2014/main" id="{AD6A949F-CAE6-EAED-B556-58FAB0E6D038}"/>
              </a:ext>
            </a:extLst>
          </p:cNvPr>
          <p:cNvSpPr/>
          <p:nvPr/>
        </p:nvSpPr>
        <p:spPr>
          <a:xfrm>
            <a:off x="10515344" y="101174"/>
            <a:ext cx="1479479" cy="579863"/>
          </a:xfrm>
          <a:prstGeom prst="cloud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Internet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AE7A644-E708-5F24-CF33-C238B4288CA2}"/>
              </a:ext>
            </a:extLst>
          </p:cNvPr>
          <p:cNvSpPr/>
          <p:nvPr/>
        </p:nvSpPr>
        <p:spPr>
          <a:xfrm>
            <a:off x="8326178" y="186409"/>
            <a:ext cx="1804142" cy="588448"/>
          </a:xfrm>
          <a:prstGeom prst="round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Segoe UI" panose="020B0502040204020203" pitchFamily="34" charset="0"/>
                <a:cs typeface="Segoe UI" panose="020B0502040204020203" pitchFamily="34" charset="0"/>
              </a:rPr>
              <a:t>Public DNS</a:t>
            </a:r>
          </a:p>
          <a:p>
            <a:pPr algn="ctr"/>
            <a:r>
              <a:rPr lang="en-IN" sz="1200" dirty="0">
                <a:latin typeface="Segoe UI" panose="020B0502040204020203" pitchFamily="34" charset="0"/>
                <a:cs typeface="Segoe UI" panose="020B0502040204020203" pitchFamily="34" charset="0"/>
              </a:rPr>
              <a:t>Authoritative Servers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D04AEB3-D48D-9D48-68F8-ABD3501DF621}"/>
              </a:ext>
            </a:extLst>
          </p:cNvPr>
          <p:cNvSpPr/>
          <p:nvPr/>
        </p:nvSpPr>
        <p:spPr>
          <a:xfrm>
            <a:off x="6211071" y="171601"/>
            <a:ext cx="1804142" cy="588448"/>
          </a:xfrm>
          <a:prstGeom prst="round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Segoe UI" panose="020B0502040204020203" pitchFamily="34" charset="0"/>
                <a:cs typeface="Segoe UI" panose="020B0502040204020203" pitchFamily="34" charset="0"/>
              </a:rPr>
              <a:t>WAF / CDN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164F2DD-9D29-ECF6-5C3D-2DC55EB99F49}"/>
              </a:ext>
            </a:extLst>
          </p:cNvPr>
          <p:cNvSpPr/>
          <p:nvPr/>
        </p:nvSpPr>
        <p:spPr>
          <a:xfrm>
            <a:off x="6211071" y="1101434"/>
            <a:ext cx="1804142" cy="588448"/>
          </a:xfrm>
          <a:prstGeom prst="round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Segoe UI" panose="020B0502040204020203" pitchFamily="34" charset="0"/>
                <a:cs typeface="Segoe UI" panose="020B0502040204020203" pitchFamily="34" charset="0"/>
              </a:rPr>
              <a:t>External DNS Proxy</a:t>
            </a:r>
          </a:p>
          <a:p>
            <a:pPr algn="ctr"/>
            <a:r>
              <a:rPr lang="en-IN" sz="1200" dirty="0">
                <a:latin typeface="Segoe UI" panose="020B0502040204020203" pitchFamily="34" charset="0"/>
                <a:cs typeface="Segoe UI" panose="020B0502040204020203" pitchFamily="34" charset="0"/>
              </a:rPr>
              <a:t>(Resolver / Filter)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41815A-8F77-F987-3504-2D659B28A79A}"/>
              </a:ext>
            </a:extLst>
          </p:cNvPr>
          <p:cNvSpPr txBox="1"/>
          <p:nvPr/>
        </p:nvSpPr>
        <p:spPr>
          <a:xfrm>
            <a:off x="8574936" y="2299770"/>
            <a:ext cx="14173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Security Zone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80BAC34-369C-B2AE-6E5D-09E4632DBF0E}"/>
              </a:ext>
            </a:extLst>
          </p:cNvPr>
          <p:cNvSpPr/>
          <p:nvPr/>
        </p:nvSpPr>
        <p:spPr>
          <a:xfrm>
            <a:off x="6147829" y="2305742"/>
            <a:ext cx="2093872" cy="946151"/>
          </a:xfrm>
          <a:prstGeom prst="round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DNS Security Layer</a:t>
            </a:r>
          </a:p>
          <a:p>
            <a:pPr algn="ctr"/>
            <a:r>
              <a:rPr lang="en-IN" sz="1200" dirty="0">
                <a:latin typeface="Segoe UI" panose="020B0502040204020203" pitchFamily="34" charset="0"/>
                <a:cs typeface="Segoe UI" panose="020B0502040204020203" pitchFamily="34" charset="0"/>
              </a:rPr>
              <a:t>DNS Firewall</a:t>
            </a:r>
          </a:p>
          <a:p>
            <a:pPr algn="ctr"/>
            <a:r>
              <a:rPr lang="en-IN" sz="1200" dirty="0">
                <a:latin typeface="Segoe UI" panose="020B0502040204020203" pitchFamily="34" charset="0"/>
                <a:cs typeface="Segoe UI" panose="020B0502040204020203" pitchFamily="34" charset="0"/>
              </a:rPr>
              <a:t>DNS Sinkhole</a:t>
            </a:r>
          </a:p>
          <a:p>
            <a:pPr algn="ctr"/>
            <a:r>
              <a:rPr lang="en-IN" sz="1200" dirty="0">
                <a:latin typeface="Segoe UI" panose="020B0502040204020203" pitchFamily="34" charset="0"/>
                <a:cs typeface="Segoe UI" panose="020B0502040204020203" pitchFamily="34" charset="0"/>
              </a:rPr>
              <a:t>Threat Intelligence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200B58-0F8F-1ADF-76CA-AF9EAD4751D6}"/>
              </a:ext>
            </a:extLst>
          </p:cNvPr>
          <p:cNvSpPr txBox="1"/>
          <p:nvPr/>
        </p:nvSpPr>
        <p:spPr>
          <a:xfrm>
            <a:off x="8196724" y="1210992"/>
            <a:ext cx="14600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DMZ Network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934DF66-B545-CD21-AFA5-0C7AA566B36E}"/>
              </a:ext>
            </a:extLst>
          </p:cNvPr>
          <p:cNvSpPr/>
          <p:nvPr/>
        </p:nvSpPr>
        <p:spPr>
          <a:xfrm>
            <a:off x="1176388" y="2008185"/>
            <a:ext cx="3262047" cy="1782979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939C53-0C0E-8779-91C8-2F28D8B6707F}"/>
              </a:ext>
            </a:extLst>
          </p:cNvPr>
          <p:cNvSpPr txBox="1"/>
          <p:nvPr/>
        </p:nvSpPr>
        <p:spPr>
          <a:xfrm>
            <a:off x="1398921" y="1477283"/>
            <a:ext cx="25989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Internal DNS Infrastructure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FBD75BD-8417-627A-C4E6-687500CCC594}"/>
              </a:ext>
            </a:extLst>
          </p:cNvPr>
          <p:cNvSpPr/>
          <p:nvPr/>
        </p:nvSpPr>
        <p:spPr>
          <a:xfrm>
            <a:off x="1365106" y="2196107"/>
            <a:ext cx="1213705" cy="473076"/>
          </a:xfrm>
          <a:prstGeom prst="round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latin typeface="Segoe UI" panose="020B0502040204020203" pitchFamily="34" charset="0"/>
                <a:cs typeface="Segoe UI" panose="020B0502040204020203" pitchFamily="34" charset="0"/>
              </a:rPr>
              <a:t>AD DNS Server</a:t>
            </a:r>
          </a:p>
          <a:p>
            <a:pPr algn="ctr"/>
            <a:r>
              <a:rPr lang="en-IN" sz="1100" dirty="0">
                <a:latin typeface="Segoe UI" panose="020B0502040204020203" pitchFamily="34" charset="0"/>
                <a:cs typeface="Segoe UI" panose="020B0502040204020203" pitchFamily="34" charset="0"/>
              </a:rPr>
              <a:t>Primary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F50F556-153B-6C7A-B18E-249D9DF2D832}"/>
              </a:ext>
            </a:extLst>
          </p:cNvPr>
          <p:cNvSpPr/>
          <p:nvPr/>
        </p:nvSpPr>
        <p:spPr>
          <a:xfrm>
            <a:off x="2891495" y="2205558"/>
            <a:ext cx="1213705" cy="473076"/>
          </a:xfrm>
          <a:prstGeom prst="round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latin typeface="Segoe UI" panose="020B0502040204020203" pitchFamily="34" charset="0"/>
                <a:cs typeface="Segoe UI" panose="020B0502040204020203" pitchFamily="34" charset="0"/>
              </a:rPr>
              <a:t>AD DNS Server</a:t>
            </a:r>
          </a:p>
          <a:p>
            <a:pPr algn="ctr"/>
            <a:r>
              <a:rPr lang="en-IN" sz="1100" dirty="0">
                <a:latin typeface="Segoe UI" panose="020B0502040204020203" pitchFamily="34" charset="0"/>
                <a:cs typeface="Segoe UI" panose="020B0502040204020203" pitchFamily="34" charset="0"/>
              </a:rPr>
              <a:t>Secondary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7E8C047-255D-FBD7-1739-AD480F4573A8}"/>
              </a:ext>
            </a:extLst>
          </p:cNvPr>
          <p:cNvSpPr/>
          <p:nvPr/>
        </p:nvSpPr>
        <p:spPr>
          <a:xfrm>
            <a:off x="2190284" y="3076218"/>
            <a:ext cx="1213705" cy="473076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AD </a:t>
            </a:r>
          </a:p>
          <a:p>
            <a:pPr algn="ctr"/>
            <a:r>
              <a:rPr lang="en-IN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Integrated DNS</a:t>
            </a:r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6929ECFB-2341-66F1-BC96-42E18B623F21}"/>
              </a:ext>
            </a:extLst>
          </p:cNvPr>
          <p:cNvCxnSpPr>
            <a:stCxn id="17" idx="2"/>
            <a:endCxn id="19" idx="0"/>
          </p:cNvCxnSpPr>
          <p:nvPr/>
        </p:nvCxnSpPr>
        <p:spPr>
          <a:xfrm rot="16200000" flipH="1">
            <a:off x="2181031" y="2460111"/>
            <a:ext cx="407035" cy="825178"/>
          </a:xfrm>
          <a:prstGeom prst="bentConnector3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9335B9B4-E122-0BA7-AFCA-79BC0BE1D93F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 rot="5400000">
            <a:off x="2948951" y="2526821"/>
            <a:ext cx="397584" cy="701211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982E146-85C8-9F20-6FA6-49409FF72579}"/>
              </a:ext>
            </a:extLst>
          </p:cNvPr>
          <p:cNvSpPr/>
          <p:nvPr/>
        </p:nvSpPr>
        <p:spPr>
          <a:xfrm>
            <a:off x="1601411" y="4120402"/>
            <a:ext cx="2939766" cy="1782979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DNS Proxy / Resolver</a:t>
            </a:r>
          </a:p>
          <a:p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(Firewall / Appliance)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Conditional Forwarding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Query Filtering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Logging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671A864-298B-9EFB-D008-4570DD0AC479}"/>
              </a:ext>
            </a:extLst>
          </p:cNvPr>
          <p:cNvSpPr/>
          <p:nvPr/>
        </p:nvSpPr>
        <p:spPr>
          <a:xfrm>
            <a:off x="6770670" y="4120402"/>
            <a:ext cx="1972638" cy="1636164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/>
              <a:t>Internal Clients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Endpoints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Servers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Applications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Containers</a:t>
            </a: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F1B9E678-857D-9B70-DFAC-10461FD3A1B4}"/>
              </a:ext>
            </a:extLst>
          </p:cNvPr>
          <p:cNvCxnSpPr>
            <a:cxnSpLocks/>
            <a:stCxn id="27" idx="1"/>
            <a:endCxn id="25" idx="3"/>
          </p:cNvCxnSpPr>
          <p:nvPr/>
        </p:nvCxnSpPr>
        <p:spPr>
          <a:xfrm rot="10800000" flipV="1">
            <a:off x="4541178" y="4938484"/>
            <a:ext cx="2229493" cy="73408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0845481F-B818-1FDA-680D-6DD1F37F822F}"/>
              </a:ext>
            </a:extLst>
          </p:cNvPr>
          <p:cNvCxnSpPr>
            <a:cxnSpLocks/>
            <a:stCxn id="25" idx="0"/>
            <a:endCxn id="15" idx="2"/>
          </p:cNvCxnSpPr>
          <p:nvPr/>
        </p:nvCxnSpPr>
        <p:spPr>
          <a:xfrm rot="16200000" flipV="1">
            <a:off x="2774734" y="3823842"/>
            <a:ext cx="329238" cy="263882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EF4C75B1-4AB0-4167-2441-B31E2353F68A}"/>
              </a:ext>
            </a:extLst>
          </p:cNvPr>
          <p:cNvCxnSpPr>
            <a:cxnSpLocks/>
            <a:stCxn id="12" idx="1"/>
            <a:endCxn id="15" idx="3"/>
          </p:cNvCxnSpPr>
          <p:nvPr/>
        </p:nvCxnSpPr>
        <p:spPr>
          <a:xfrm rot="10800000" flipV="1">
            <a:off x="4438435" y="2778817"/>
            <a:ext cx="1709394" cy="120857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BF61DEAF-2495-8CAB-F944-B1F77B5405C7}"/>
              </a:ext>
            </a:extLst>
          </p:cNvPr>
          <p:cNvCxnSpPr>
            <a:cxnSpLocks/>
            <a:stCxn id="9" idx="2"/>
            <a:endCxn id="12" idx="0"/>
          </p:cNvCxnSpPr>
          <p:nvPr/>
        </p:nvCxnSpPr>
        <p:spPr>
          <a:xfrm rot="16200000" flipH="1">
            <a:off x="6846023" y="1957000"/>
            <a:ext cx="615860" cy="81623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73CADF26-B776-F36F-A6B5-20A75B06ACE7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rot="5400000">
            <a:off x="6942450" y="930741"/>
            <a:ext cx="341385" cy="12700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4B5FAC71-6964-B113-81FB-7ADEEE8CF9B0}"/>
              </a:ext>
            </a:extLst>
          </p:cNvPr>
          <p:cNvCxnSpPr>
            <a:cxnSpLocks/>
            <a:stCxn id="7" idx="1"/>
            <a:endCxn id="8" idx="3"/>
          </p:cNvCxnSpPr>
          <p:nvPr/>
        </p:nvCxnSpPr>
        <p:spPr>
          <a:xfrm rot="10800000">
            <a:off x="8015214" y="465825"/>
            <a:ext cx="310965" cy="14808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E3A0438B-9829-B59B-AD3C-F15C4360B1B8}"/>
              </a:ext>
            </a:extLst>
          </p:cNvPr>
          <p:cNvCxnSpPr>
            <a:cxnSpLocks/>
            <a:stCxn id="6" idx="2"/>
            <a:endCxn id="7" idx="3"/>
          </p:cNvCxnSpPr>
          <p:nvPr/>
        </p:nvCxnSpPr>
        <p:spPr>
          <a:xfrm rot="10800000" flipV="1">
            <a:off x="10130321" y="391105"/>
            <a:ext cx="389613" cy="89527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0440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DFB10-3E63-34D5-75AC-364D16F67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E820F-2989-50D0-F324-C38E059BE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177" y="101174"/>
            <a:ext cx="2874796" cy="579863"/>
          </a:xfrm>
        </p:spPr>
        <p:txBody>
          <a:bodyPr>
            <a:noAutofit/>
          </a:bodyPr>
          <a:lstStyle/>
          <a:p>
            <a:r>
              <a:rPr lang="en-IN" sz="28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Security Posture</a:t>
            </a:r>
          </a:p>
        </p:txBody>
      </p:sp>
    </p:spTree>
    <p:extLst>
      <p:ext uri="{BB962C8B-B14F-4D97-AF65-F5344CB8AC3E}">
        <p14:creationId xmlns:p14="http://schemas.microsoft.com/office/powerpoint/2010/main" val="2438285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E9137-904F-7A5B-59DA-6A9949CC8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4BFB6-7DB3-910A-7597-5859F67D2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177" y="101174"/>
            <a:ext cx="11869132" cy="5798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r>
              <a:rPr lang="en-IN" sz="28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Security Posture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C6A774EA-A30C-CDB0-5E93-F1DA5F470DD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6954517"/>
              </p:ext>
            </p:extLst>
          </p:nvPr>
        </p:nvGraphicFramePr>
        <p:xfrm>
          <a:off x="367645" y="972946"/>
          <a:ext cx="11698664" cy="49121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397317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086 -0.33218 L -0.08086 -0.33194 C -0.07618 -0.33542 -0.07175 -0.34028 -0.06693 -0.3419 C -0.05352 -0.34606 -0.01862 -0.34051 -0.00964 -0.33912 C 0.04948 -0.33009 0.03593 -0.33333 0.07226 -0.32269 C 0.07513 -0.31944 0.0776 -0.31505 0.08086 -0.31296 C 0.10429 -0.29699 0.09934 -0.3081 0.11562 -0.29097 C 0.12812 -0.27778 0.14218 -0.23889 0.1457 -0.22639 C 0.14856 -0.2162 0.15221 -0.20671 0.15429 -0.19606 C 0.15807 -0.17639 0.1608 -0.15602 0.16354 -0.13565 C 0.16523 -0.12292 0.16614 -0.10995 0.16744 -0.09722 C 0.16849 -0.05 0.16849 -0.00255 0.17044 0.04444 C 0.17083 0.05394 0.17317 0.06273 0.17434 0.07199 C 0.17526 0.07963 0.17617 0.0875 0.17669 0.09537 C 0.17734 0.10532 0.17734 0.11528 0.17825 0.12546 C 0.17851 0.12824 0.18033 0.13843 0.18138 0.14352 C 0.18086 0.14722 0.18073 0.15093 0.17981 0.1544 C 0.17708 0.16481 0.17226 0.16944 0.16666 0.17477 C 0.16184 0.17963 0.15716 0.18449 0.15195 0.1875 C 0.13737 0.19537 0.09778 0.21551 0.07539 0.22176 C 0.072 0.22245 0.06875 0.22245 0.06536 0.22315 C 0.04895 0.22824 0.05143 0.22778 0.03203 0.23148 L -0.01823 0.23958 C -0.04441 0.23889 -0.07904 0.2419 -0.1056 0.2287 C -0.11602 0.22338 -0.12813 0.21875 -0.13802 0.20949 C -0.1448 0.20301 -0.15131 0.18681 -0.15573 0.17778 C -0.15782 0.16782 -0.15977 0.15764 -0.16198 0.14745 C -0.1655 0.13194 -0.16967 0.11644 -0.17279 0.10093 C -0.18099 0.05926 -0.1806 0.04861 -0.18672 0.00602 C -0.18881 -0.0088 -0.19141 -0.02338 -0.19362 -0.03796 C -0.19454 -0.07523 -0.19558 -0.08102 -0.19141 -0.12338 C -0.1905 -0.13194 -0.18802 -0.13958 -0.18672 -0.14792 C -0.18594 -0.15255 -0.18646 -0.15764 -0.18516 -0.16181 C -0.17279 -0.20023 -0.17657 -0.18426 -0.16433 -0.2044 C -0.16029 -0.21088 -0.15651 -0.21806 -0.15274 -0.225 C -0.15118 -0.22778 -0.14987 -0.23102 -0.14805 -0.23333 C -0.14414 -0.23819 -0.14024 -0.24306 -0.13646 -0.24838 C -0.12344 -0.26713 -0.11641 -0.28148 -0.10248 -0.29792 C -0.10013 -0.30069 -0.09792 -0.30394 -0.09545 -0.30602 C -0.09076 -0.31042 -0.08581 -0.31412 -0.08086 -0.31713 C -0.08008 -0.31759 -0.07917 -0.31782 -0.07852 -0.31852 C -0.07852 -0.31829 -0.07383 -0.32407 -0.07383 -0.32384 L -0.06993 -0.32685 L -0.00039 -0.39676 " pathEditMode="relative" rAng="0" ptsTypes="AAAAAAAAAAAAAAAAAAAAAAAAAAAAAAAAAAAAAAAAAAAA"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422" y="25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BA1E5A3B-93CB-4811-66B7-EB0B1BDF4C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0914485"/>
              </p:ext>
            </p:extLst>
          </p:nvPr>
        </p:nvGraphicFramePr>
        <p:xfrm>
          <a:off x="1605306" y="1270427"/>
          <a:ext cx="9052874" cy="54863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A0C2970E-213B-C5B6-1008-83F731FB1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177" y="101174"/>
            <a:ext cx="11869132" cy="579863"/>
          </a:xfrm>
        </p:spPr>
        <p:txBody>
          <a:bodyPr>
            <a:noAutofit/>
          </a:bodyPr>
          <a:lstStyle/>
          <a:p>
            <a:r>
              <a:rPr lang="en-IN" sz="28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Defense in Depth Architecture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ADB16C-8D2A-E318-2B4C-535DFCD590D0}"/>
              </a:ext>
            </a:extLst>
          </p:cNvPr>
          <p:cNvSpPr txBox="1"/>
          <p:nvPr/>
        </p:nvSpPr>
        <p:spPr>
          <a:xfrm>
            <a:off x="405947" y="3429000"/>
            <a:ext cx="225574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Identity and Access Management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58BA21E-B908-234D-FFB2-A4FDE5FAEF7C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2661693" y="3559805"/>
            <a:ext cx="24476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77777DD-CDF8-01D9-6E87-16852BC492F9}"/>
              </a:ext>
            </a:extLst>
          </p:cNvPr>
          <p:cNvSpPr txBox="1"/>
          <p:nvPr/>
        </p:nvSpPr>
        <p:spPr>
          <a:xfrm>
            <a:off x="9433165" y="3042501"/>
            <a:ext cx="12250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Network Firewall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7BB2FD-9E5B-3150-6471-81D88D5C376F}"/>
              </a:ext>
            </a:extLst>
          </p:cNvPr>
          <p:cNvSpPr txBox="1"/>
          <p:nvPr/>
        </p:nvSpPr>
        <p:spPr>
          <a:xfrm>
            <a:off x="9433165" y="3512656"/>
            <a:ext cx="12250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DDoS Protection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1D40D30-5EA2-0691-35FA-BC01AEB5D5A7}"/>
              </a:ext>
            </a:extLst>
          </p:cNvPr>
          <p:cNvCxnSpPr>
            <a:cxnSpLocks/>
          </p:cNvCxnSpPr>
          <p:nvPr/>
        </p:nvCxnSpPr>
        <p:spPr>
          <a:xfrm>
            <a:off x="6919274" y="3559805"/>
            <a:ext cx="2513891" cy="836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61D09F7-52CD-FF3E-5A7B-50E3F169DCB4}"/>
              </a:ext>
            </a:extLst>
          </p:cNvPr>
          <p:cNvCxnSpPr>
            <a:cxnSpLocks/>
          </p:cNvCxnSpPr>
          <p:nvPr/>
        </p:nvCxnSpPr>
        <p:spPr>
          <a:xfrm flipV="1">
            <a:off x="6919274" y="3173306"/>
            <a:ext cx="2413262" cy="2556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8A3ADD9-A527-B3C0-4A8C-650EB66781DC}"/>
              </a:ext>
            </a:extLst>
          </p:cNvPr>
          <p:cNvSpPr txBox="1"/>
          <p:nvPr/>
        </p:nvSpPr>
        <p:spPr>
          <a:xfrm>
            <a:off x="9433165" y="4873131"/>
            <a:ext cx="12250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Antimalware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1A02F8B-04F8-BA1D-2146-7F9D8021593A}"/>
              </a:ext>
            </a:extLst>
          </p:cNvPr>
          <p:cNvSpPr txBox="1"/>
          <p:nvPr/>
        </p:nvSpPr>
        <p:spPr>
          <a:xfrm>
            <a:off x="9433165" y="5333693"/>
            <a:ext cx="12250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Patching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DCE681-373A-2DEE-12C5-87FC08F04A20}"/>
              </a:ext>
            </a:extLst>
          </p:cNvPr>
          <p:cNvSpPr txBox="1"/>
          <p:nvPr/>
        </p:nvSpPr>
        <p:spPr>
          <a:xfrm>
            <a:off x="1261697" y="5050181"/>
            <a:ext cx="12250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Patching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E391244-DA18-F676-0A30-21C8A74027BC}"/>
              </a:ext>
            </a:extLst>
          </p:cNvPr>
          <p:cNvCxnSpPr>
            <a:cxnSpLocks/>
            <a:endCxn id="26" idx="3"/>
          </p:cNvCxnSpPr>
          <p:nvPr/>
        </p:nvCxnSpPr>
        <p:spPr>
          <a:xfrm flipH="1">
            <a:off x="2486712" y="5162051"/>
            <a:ext cx="3150517" cy="189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4FEEC39-5DD1-36E5-2922-95640B3CE51C}"/>
              </a:ext>
            </a:extLst>
          </p:cNvPr>
          <p:cNvCxnSpPr>
            <a:cxnSpLocks/>
          </p:cNvCxnSpPr>
          <p:nvPr/>
        </p:nvCxnSpPr>
        <p:spPr>
          <a:xfrm>
            <a:off x="6581480" y="5228631"/>
            <a:ext cx="2851685" cy="2358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AA2CED6-E037-1B96-99EB-2DBC46BA812F}"/>
              </a:ext>
            </a:extLst>
          </p:cNvPr>
          <p:cNvCxnSpPr>
            <a:cxnSpLocks/>
          </p:cNvCxnSpPr>
          <p:nvPr/>
        </p:nvCxnSpPr>
        <p:spPr>
          <a:xfrm flipV="1">
            <a:off x="6581480" y="5004025"/>
            <a:ext cx="2851685" cy="1090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81DC272-7CE3-B1EF-DAF1-24E492019B11}"/>
              </a:ext>
            </a:extLst>
          </p:cNvPr>
          <p:cNvCxnSpPr>
            <a:cxnSpLocks/>
          </p:cNvCxnSpPr>
          <p:nvPr/>
        </p:nvCxnSpPr>
        <p:spPr>
          <a:xfrm>
            <a:off x="6581479" y="4312787"/>
            <a:ext cx="2851686" cy="50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551410BB-A206-81FC-6DE7-875897DE9DBB}"/>
              </a:ext>
            </a:extLst>
          </p:cNvPr>
          <p:cNvSpPr txBox="1"/>
          <p:nvPr/>
        </p:nvSpPr>
        <p:spPr>
          <a:xfrm>
            <a:off x="9433165" y="4224222"/>
            <a:ext cx="18035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Network Security Group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A272AF-0838-8531-615B-37ABD3476CFF}"/>
              </a:ext>
            </a:extLst>
          </p:cNvPr>
          <p:cNvSpPr txBox="1"/>
          <p:nvPr/>
        </p:nvSpPr>
        <p:spPr>
          <a:xfrm>
            <a:off x="408696" y="3991906"/>
            <a:ext cx="13933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Secure File Transfer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63AE6D3-406D-B658-5C0A-6395CAB03FAC}"/>
              </a:ext>
            </a:extLst>
          </p:cNvPr>
          <p:cNvSpPr txBox="1"/>
          <p:nvPr/>
        </p:nvSpPr>
        <p:spPr>
          <a:xfrm>
            <a:off x="405947" y="4485832"/>
            <a:ext cx="15808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Secure Remote Access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CD0C771-5EAC-9B70-042B-067D84D2F618}"/>
              </a:ext>
            </a:extLst>
          </p:cNvPr>
          <p:cNvCxnSpPr>
            <a:cxnSpLocks/>
          </p:cNvCxnSpPr>
          <p:nvPr/>
        </p:nvCxnSpPr>
        <p:spPr>
          <a:xfrm flipH="1" flipV="1">
            <a:off x="1925024" y="4122711"/>
            <a:ext cx="3815900" cy="1015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B6D57AB-B7DC-84FC-3FE9-A7AD0CB39E28}"/>
              </a:ext>
            </a:extLst>
          </p:cNvPr>
          <p:cNvCxnSpPr>
            <a:cxnSpLocks/>
          </p:cNvCxnSpPr>
          <p:nvPr/>
        </p:nvCxnSpPr>
        <p:spPr>
          <a:xfrm flipH="1">
            <a:off x="2070947" y="4338221"/>
            <a:ext cx="3669977" cy="2784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120D2935-A963-95C4-452A-F1E8AE1DE16F}"/>
              </a:ext>
            </a:extLst>
          </p:cNvPr>
          <p:cNvSpPr txBox="1"/>
          <p:nvPr/>
        </p:nvSpPr>
        <p:spPr>
          <a:xfrm>
            <a:off x="1365392" y="5475274"/>
            <a:ext cx="12250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Secure Coding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C8EF118-37A8-484F-E43F-019D10C07D8D}"/>
              </a:ext>
            </a:extLst>
          </p:cNvPr>
          <p:cNvSpPr txBox="1"/>
          <p:nvPr/>
        </p:nvSpPr>
        <p:spPr>
          <a:xfrm>
            <a:off x="9332536" y="5834345"/>
            <a:ext cx="12250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Secure DevOps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655EF0A-53E5-A1D8-BE69-AD61300CE73A}"/>
              </a:ext>
            </a:extLst>
          </p:cNvPr>
          <p:cNvSpPr txBox="1"/>
          <p:nvPr/>
        </p:nvSpPr>
        <p:spPr>
          <a:xfrm>
            <a:off x="1365391" y="5844672"/>
            <a:ext cx="12250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DAST and SAST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310576E-CE19-D0EF-2CA0-988D1E3686D8}"/>
              </a:ext>
            </a:extLst>
          </p:cNvPr>
          <p:cNvCxnSpPr>
            <a:cxnSpLocks/>
            <a:endCxn id="44" idx="3"/>
          </p:cNvCxnSpPr>
          <p:nvPr/>
        </p:nvCxnSpPr>
        <p:spPr>
          <a:xfrm flipH="1" flipV="1">
            <a:off x="2590407" y="5606079"/>
            <a:ext cx="3150517" cy="1308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401F20E-1A80-303C-37F2-DDEF6000BAF6}"/>
              </a:ext>
            </a:extLst>
          </p:cNvPr>
          <p:cNvCxnSpPr>
            <a:cxnSpLocks/>
            <a:endCxn id="46" idx="3"/>
          </p:cNvCxnSpPr>
          <p:nvPr/>
        </p:nvCxnSpPr>
        <p:spPr>
          <a:xfrm flipH="1">
            <a:off x="2590406" y="5959438"/>
            <a:ext cx="3150518" cy="160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8C04856-92B1-7FAC-894C-02CBD086572E}"/>
              </a:ext>
            </a:extLst>
          </p:cNvPr>
          <p:cNvCxnSpPr>
            <a:cxnSpLocks/>
          </p:cNvCxnSpPr>
          <p:nvPr/>
        </p:nvCxnSpPr>
        <p:spPr>
          <a:xfrm>
            <a:off x="6581479" y="5794255"/>
            <a:ext cx="2751057" cy="1651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48CBE2EE-DB70-BF8D-B3E2-B03779048057}"/>
              </a:ext>
            </a:extLst>
          </p:cNvPr>
          <p:cNvSpPr txBox="1"/>
          <p:nvPr/>
        </p:nvSpPr>
        <p:spPr>
          <a:xfrm>
            <a:off x="9304649" y="6310462"/>
            <a:ext cx="12250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 Encryption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5373814-6F28-597E-2E34-3438AB96C8A7}"/>
              </a:ext>
            </a:extLst>
          </p:cNvPr>
          <p:cNvSpPr txBox="1"/>
          <p:nvPr/>
        </p:nvSpPr>
        <p:spPr>
          <a:xfrm>
            <a:off x="1365391" y="6158175"/>
            <a:ext cx="15003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 Classification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801CE45-2181-9335-67CF-A195B9050492}"/>
              </a:ext>
            </a:extLst>
          </p:cNvPr>
          <p:cNvSpPr txBox="1"/>
          <p:nvPr/>
        </p:nvSpPr>
        <p:spPr>
          <a:xfrm>
            <a:off x="1365391" y="6441267"/>
            <a:ext cx="15003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 loss prevention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4FC67F88-7905-0E01-29C3-4FE49A9FAC78}"/>
              </a:ext>
            </a:extLst>
          </p:cNvPr>
          <p:cNvCxnSpPr>
            <a:cxnSpLocks/>
            <a:endCxn id="56" idx="3"/>
          </p:cNvCxnSpPr>
          <p:nvPr/>
        </p:nvCxnSpPr>
        <p:spPr>
          <a:xfrm flipH="1" flipV="1">
            <a:off x="2865748" y="6288980"/>
            <a:ext cx="3073139" cy="12311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94434B9-8AF8-B540-911B-CAA498136466}"/>
              </a:ext>
            </a:extLst>
          </p:cNvPr>
          <p:cNvCxnSpPr>
            <a:cxnSpLocks/>
          </p:cNvCxnSpPr>
          <p:nvPr/>
        </p:nvCxnSpPr>
        <p:spPr>
          <a:xfrm flipH="1">
            <a:off x="2865748" y="6471678"/>
            <a:ext cx="3073139" cy="150774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184D568C-22D7-87A3-3B96-40DD0EFE0621}"/>
              </a:ext>
            </a:extLst>
          </p:cNvPr>
          <p:cNvCxnSpPr>
            <a:cxnSpLocks/>
          </p:cNvCxnSpPr>
          <p:nvPr/>
        </p:nvCxnSpPr>
        <p:spPr>
          <a:xfrm>
            <a:off x="6381787" y="6306177"/>
            <a:ext cx="2922862" cy="113608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9784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C8D32E4-D090-5A24-CA08-28A95B861D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9136227"/>
              </p:ext>
            </p:extLst>
          </p:nvPr>
        </p:nvGraphicFramePr>
        <p:xfrm>
          <a:off x="179109" y="138883"/>
          <a:ext cx="11896627" cy="6497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16588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1FAF7-2BAF-4383-7E45-8CD8E46F9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189" y="148309"/>
            <a:ext cx="11953974" cy="417300"/>
          </a:xfrm>
        </p:spPr>
        <p:txBody>
          <a:bodyPr>
            <a:normAutofit fontScale="90000"/>
          </a:bodyPr>
          <a:lstStyle/>
          <a:p>
            <a:r>
              <a:rPr lang="en-IN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Cloud Access Security Broker</a:t>
            </a:r>
          </a:p>
        </p:txBody>
      </p:sp>
      <p:pic>
        <p:nvPicPr>
          <p:cNvPr id="5" name="Graphic 4" descr="Computer">
            <a:extLst>
              <a:ext uri="{FF2B5EF4-FFF2-40B4-BE49-F238E27FC236}">
                <a16:creationId xmlns:a16="http://schemas.microsoft.com/office/drawing/2014/main" id="{1A627F4F-6586-37F5-0D35-030B2E474B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36673" y="5812814"/>
            <a:ext cx="457200" cy="457200"/>
          </a:xfrm>
          <a:prstGeom prst="rect">
            <a:avLst/>
          </a:prstGeom>
        </p:spPr>
      </p:pic>
      <p:pic>
        <p:nvPicPr>
          <p:cNvPr id="6" name="Graphic 5" descr="Computer">
            <a:extLst>
              <a:ext uri="{FF2B5EF4-FFF2-40B4-BE49-F238E27FC236}">
                <a16:creationId xmlns:a16="http://schemas.microsoft.com/office/drawing/2014/main" id="{F633FA6F-F3A1-788E-7A52-088E8C7147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04477" y="5850879"/>
            <a:ext cx="457200" cy="45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D34D906-6D89-AD2E-8028-232F30FA2252}"/>
              </a:ext>
            </a:extLst>
          </p:cNvPr>
          <p:cNvSpPr txBox="1"/>
          <p:nvPr/>
        </p:nvSpPr>
        <p:spPr>
          <a:xfrm>
            <a:off x="3456876" y="6274325"/>
            <a:ext cx="1752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Corporate Device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1B42A9-35C0-FECF-51E2-73D4A6DEA584}"/>
              </a:ext>
            </a:extLst>
          </p:cNvPr>
          <p:cNvSpPr txBox="1"/>
          <p:nvPr/>
        </p:nvSpPr>
        <p:spPr>
          <a:xfrm>
            <a:off x="5856880" y="6270014"/>
            <a:ext cx="7041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BYOD</a:t>
            </a:r>
            <a:endParaRPr lang="en-IN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Flowchart: Alternate Process 8">
            <a:extLst>
              <a:ext uri="{FF2B5EF4-FFF2-40B4-BE49-F238E27FC236}">
                <a16:creationId xmlns:a16="http://schemas.microsoft.com/office/drawing/2014/main" id="{75714D22-D594-91EF-8354-CC6AD3F34953}"/>
              </a:ext>
            </a:extLst>
          </p:cNvPr>
          <p:cNvSpPr/>
          <p:nvPr/>
        </p:nvSpPr>
        <p:spPr>
          <a:xfrm>
            <a:off x="3769330" y="3426643"/>
            <a:ext cx="2879899" cy="1067586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CASB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C81C1A-EB35-55A3-0FB4-2F0BF6CDFC95}"/>
              </a:ext>
            </a:extLst>
          </p:cNvPr>
          <p:cNvSpPr txBox="1"/>
          <p:nvPr/>
        </p:nvSpPr>
        <p:spPr>
          <a:xfrm>
            <a:off x="6624561" y="3507752"/>
            <a:ext cx="9364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Visibility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0E92C9-9841-9431-7601-65F994C0238F}"/>
              </a:ext>
            </a:extLst>
          </p:cNvPr>
          <p:cNvSpPr txBox="1"/>
          <p:nvPr/>
        </p:nvSpPr>
        <p:spPr>
          <a:xfrm>
            <a:off x="7833631" y="3516750"/>
            <a:ext cx="17470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Threat protection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D58263-4EA3-BA28-4EB0-3A10BE758B86}"/>
              </a:ext>
            </a:extLst>
          </p:cNvPr>
          <p:cNvSpPr txBox="1"/>
          <p:nvPr/>
        </p:nvSpPr>
        <p:spPr>
          <a:xfrm>
            <a:off x="6611451" y="3747381"/>
            <a:ext cx="13789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Data Security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E919F5-E555-A385-D498-2FB7BBA890B6}"/>
              </a:ext>
            </a:extLst>
          </p:cNvPr>
          <p:cNvSpPr txBox="1"/>
          <p:nvPr/>
        </p:nvSpPr>
        <p:spPr>
          <a:xfrm>
            <a:off x="6603207" y="4015673"/>
            <a:ext cx="12490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Compliance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8716FB-1A85-990A-2A3C-8D01DD001308}"/>
              </a:ext>
            </a:extLst>
          </p:cNvPr>
          <p:cNvSpPr txBox="1"/>
          <p:nvPr/>
        </p:nvSpPr>
        <p:spPr>
          <a:xfrm>
            <a:off x="7860511" y="3791159"/>
            <a:ext cx="21339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Segoe UI" panose="020B0502040204020203" pitchFamily="34" charset="0"/>
                <a:cs typeface="Segoe UI" panose="020B0502040204020203" pitchFamily="34" charset="0"/>
              </a:rPr>
              <a:t>Enterprise integration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163068C-35EE-16CC-FA3D-F204D2009F48}"/>
              </a:ext>
            </a:extLst>
          </p:cNvPr>
          <p:cNvCxnSpPr>
            <a:cxnSpLocks/>
          </p:cNvCxnSpPr>
          <p:nvPr/>
        </p:nvCxnSpPr>
        <p:spPr>
          <a:xfrm>
            <a:off x="4206598" y="2133674"/>
            <a:ext cx="17054" cy="127814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CD1094D-22B5-48B9-E4E5-4AA2455CC52F}"/>
              </a:ext>
            </a:extLst>
          </p:cNvPr>
          <p:cNvCxnSpPr>
            <a:cxnSpLocks/>
          </p:cNvCxnSpPr>
          <p:nvPr/>
        </p:nvCxnSpPr>
        <p:spPr>
          <a:xfrm flipH="1" flipV="1">
            <a:off x="6165273" y="2114676"/>
            <a:ext cx="43690" cy="1297138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04C7742-9B2D-5519-F04A-4FFE6B7E0769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4333077" y="4494229"/>
            <a:ext cx="0" cy="135665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8DFF26B-F880-04D6-F792-F2035EADD51B}"/>
              </a:ext>
            </a:extLst>
          </p:cNvPr>
          <p:cNvCxnSpPr>
            <a:cxnSpLocks/>
          </p:cNvCxnSpPr>
          <p:nvPr/>
        </p:nvCxnSpPr>
        <p:spPr>
          <a:xfrm flipH="1" flipV="1">
            <a:off x="6165273" y="4494229"/>
            <a:ext cx="21845" cy="1318585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46D03B8-439E-E3B9-8306-72FBE27BC4D3}"/>
              </a:ext>
            </a:extLst>
          </p:cNvPr>
          <p:cNvSpPr txBox="1"/>
          <p:nvPr/>
        </p:nvSpPr>
        <p:spPr>
          <a:xfrm>
            <a:off x="2579677" y="4899388"/>
            <a:ext cx="21019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Segoe UI" panose="020B0502040204020203" pitchFamily="34" charset="0"/>
                <a:cs typeface="Segoe UI" panose="020B0502040204020203" pitchFamily="34" charset="0"/>
              </a:rPr>
              <a:t>Redirected end user and Administrator traffic to cloud service traffic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3BD6BA-509F-F84C-AC50-13D21F41C60A}"/>
              </a:ext>
            </a:extLst>
          </p:cNvPr>
          <p:cNvSpPr txBox="1"/>
          <p:nvPr/>
        </p:nvSpPr>
        <p:spPr>
          <a:xfrm>
            <a:off x="6187859" y="4741780"/>
            <a:ext cx="16457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latin typeface="Segoe UI" panose="020B0502040204020203" pitchFamily="34" charset="0"/>
                <a:cs typeface="Segoe UI" panose="020B0502040204020203" pitchFamily="34" charset="0"/>
              </a:rPr>
              <a:t>Enterprise integration</a:t>
            </a:r>
          </a:p>
        </p:txBody>
      </p:sp>
      <p:pic>
        <p:nvPicPr>
          <p:cNvPr id="32" name="Graphic 31" descr="Cloud">
            <a:extLst>
              <a:ext uri="{FF2B5EF4-FFF2-40B4-BE49-F238E27FC236}">
                <a16:creationId xmlns:a16="http://schemas.microsoft.com/office/drawing/2014/main" id="{63F256E9-542C-D4B8-2059-4A47CC48C2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10457" y="717507"/>
            <a:ext cx="1580898" cy="1580898"/>
          </a:xfrm>
          <a:prstGeom prst="rect">
            <a:avLst/>
          </a:prstGeom>
        </p:spPr>
      </p:pic>
      <p:pic>
        <p:nvPicPr>
          <p:cNvPr id="33" name="Graphic 32" descr="Cloud">
            <a:extLst>
              <a:ext uri="{FF2B5EF4-FFF2-40B4-BE49-F238E27FC236}">
                <a16:creationId xmlns:a16="http://schemas.microsoft.com/office/drawing/2014/main" id="{254D96CA-92FC-B2B1-A7F5-DF44032573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81603" y="702678"/>
            <a:ext cx="1580898" cy="1580898"/>
          </a:xfrm>
          <a:prstGeom prst="rect">
            <a:avLst/>
          </a:prstGeom>
        </p:spPr>
      </p:pic>
      <p:pic>
        <p:nvPicPr>
          <p:cNvPr id="34" name="Graphic 33" descr="Cloud">
            <a:extLst>
              <a:ext uri="{FF2B5EF4-FFF2-40B4-BE49-F238E27FC236}">
                <a16:creationId xmlns:a16="http://schemas.microsoft.com/office/drawing/2014/main" id="{A98B3586-6B5E-75EF-CABB-AC552AB2BA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37506" y="702345"/>
            <a:ext cx="1580898" cy="1580898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46274E73-C8C0-C3CE-923A-64E86377F96D}"/>
              </a:ext>
            </a:extLst>
          </p:cNvPr>
          <p:cNvSpPr txBox="1"/>
          <p:nvPr/>
        </p:nvSpPr>
        <p:spPr>
          <a:xfrm>
            <a:off x="2882869" y="1400908"/>
            <a:ext cx="5565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IaaS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0B16E62-88B4-ED13-2452-646AFBFFCFCD}"/>
              </a:ext>
            </a:extLst>
          </p:cNvPr>
          <p:cNvSpPr txBox="1"/>
          <p:nvPr/>
        </p:nvSpPr>
        <p:spPr>
          <a:xfrm>
            <a:off x="5127096" y="1400908"/>
            <a:ext cx="6110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SaaS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B15C61-546A-21E1-09B8-B907E3C9E8E0}"/>
              </a:ext>
            </a:extLst>
          </p:cNvPr>
          <p:cNvSpPr txBox="1"/>
          <p:nvPr/>
        </p:nvSpPr>
        <p:spPr>
          <a:xfrm>
            <a:off x="7255600" y="1400908"/>
            <a:ext cx="6108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PaaS</a:t>
            </a:r>
          </a:p>
        </p:txBody>
      </p:sp>
      <p:sp>
        <p:nvSpPr>
          <p:cNvPr id="46" name="Flowchart: Alternate Process 45">
            <a:extLst>
              <a:ext uri="{FF2B5EF4-FFF2-40B4-BE49-F238E27FC236}">
                <a16:creationId xmlns:a16="http://schemas.microsoft.com/office/drawing/2014/main" id="{B3250129-3883-4ACF-DC92-2C9969B0D926}"/>
              </a:ext>
            </a:extLst>
          </p:cNvPr>
          <p:cNvSpPr/>
          <p:nvPr/>
        </p:nvSpPr>
        <p:spPr>
          <a:xfrm>
            <a:off x="2290524" y="928539"/>
            <a:ext cx="6485831" cy="1205135"/>
          </a:xfrm>
          <a:prstGeom prst="flowChartAlternateProcess">
            <a:avLst/>
          </a:prstGeom>
          <a:solidFill>
            <a:schemeClr val="accent1">
              <a:alpha val="0"/>
            </a:schemeClr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FDD37A4-B15D-BEB7-5A38-B371B5905C83}"/>
              </a:ext>
            </a:extLst>
          </p:cNvPr>
          <p:cNvSpPr txBox="1"/>
          <p:nvPr/>
        </p:nvSpPr>
        <p:spPr>
          <a:xfrm>
            <a:off x="2458705" y="2677074"/>
            <a:ext cx="13344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latin typeface="Segoe UI" panose="020B0502040204020203" pitchFamily="34" charset="0"/>
                <a:cs typeface="Segoe UI" panose="020B0502040204020203" pitchFamily="34" charset="0"/>
              </a:rPr>
              <a:t>Redirected traffic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3CEB0A1-7EF2-F925-9AC8-29612F927389}"/>
              </a:ext>
            </a:extLst>
          </p:cNvPr>
          <p:cNvSpPr txBox="1"/>
          <p:nvPr/>
        </p:nvSpPr>
        <p:spPr>
          <a:xfrm>
            <a:off x="6343511" y="2679415"/>
            <a:ext cx="9060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latin typeface="Segoe UI" panose="020B0502040204020203" pitchFamily="34" charset="0"/>
                <a:cs typeface="Segoe UI" panose="020B0502040204020203" pitchFamily="34" charset="0"/>
              </a:rPr>
              <a:t>API Access</a:t>
            </a:r>
          </a:p>
        </p:txBody>
      </p:sp>
    </p:spTree>
    <p:extLst>
      <p:ext uri="{BB962C8B-B14F-4D97-AF65-F5344CB8AC3E}">
        <p14:creationId xmlns:p14="http://schemas.microsoft.com/office/powerpoint/2010/main" val="4249998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154EF-E322-C6ED-43F9-8B37DF003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176" y="148308"/>
            <a:ext cx="11737157" cy="532729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RACI Matrix</a:t>
            </a:r>
            <a:endParaRPr lang="en-IN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B55E148-F32F-6105-C2A5-343A4D00CF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6568349"/>
              </p:ext>
            </p:extLst>
          </p:nvPr>
        </p:nvGraphicFramePr>
        <p:xfrm>
          <a:off x="392390" y="901797"/>
          <a:ext cx="11407220" cy="54707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22364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8F16DFC-084C-1F87-E3C7-1A2CEDA61D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2980" y="1584960"/>
            <a:ext cx="5859780" cy="368808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59C46B-7C3B-183A-6687-CCBACFA88764}"/>
              </a:ext>
            </a:extLst>
          </p:cNvPr>
          <p:cNvSpPr txBox="1"/>
          <p:nvPr/>
        </p:nvSpPr>
        <p:spPr>
          <a:xfrm>
            <a:off x="535364" y="216817"/>
            <a:ext cx="111212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dirty="0"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IN" sz="1800" dirty="0">
                <a:solidFill>
                  <a:srgbClr val="1F1F1F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Here is a diagram that shows how to implement Sentinel in a hybrid environment: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IN" sz="1800" u="sng" dirty="0">
                <a:solidFill>
                  <a:srgbClr val="0000FF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hlinkClick r:id="rId3"/>
              </a:rPr>
              <a:t>https://learn.microsoft.com/en-us/azure/architecture/hybrid/hybrid-security-monitoring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IN" sz="1800" dirty="0"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 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830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35101-A6D5-C83E-2B89-A39723091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190" y="120029"/>
            <a:ext cx="11859705" cy="407872"/>
          </a:xfrm>
        </p:spPr>
        <p:txBody>
          <a:bodyPr>
            <a:normAutofit fontScale="90000"/>
          </a:bodyPr>
          <a:lstStyle/>
          <a:p>
            <a:r>
              <a:rPr lang="en-IN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Access control in Azure and Microsoft Entra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F7B28-F21E-D510-FD80-90779C0F1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90" y="713263"/>
            <a:ext cx="11944546" cy="502795"/>
          </a:xfrm>
        </p:spPr>
        <p:txBody>
          <a:bodyPr>
            <a:normAutofit/>
          </a:bodyPr>
          <a:lstStyle/>
          <a:p>
            <a:r>
              <a:rPr lang="en-IN" sz="1800" dirty="0"/>
              <a:t>Different objects at different scopes are controlled in different ways.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1C366B-90CB-D4C9-EEA6-87AD4D831C00}"/>
              </a:ext>
            </a:extLst>
          </p:cNvPr>
          <p:cNvSpPr txBox="1"/>
          <p:nvPr/>
        </p:nvSpPr>
        <p:spPr>
          <a:xfrm>
            <a:off x="4147794" y="1401420"/>
            <a:ext cx="2367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Microsoft Entra Tenant</a:t>
            </a:r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2E6FFBED-0514-226F-DDDE-4D0303E7AAA9}"/>
              </a:ext>
            </a:extLst>
          </p:cNvPr>
          <p:cNvSpPr/>
          <p:nvPr/>
        </p:nvSpPr>
        <p:spPr>
          <a:xfrm>
            <a:off x="5061772" y="1770752"/>
            <a:ext cx="360000" cy="360000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6A3982F0-9CCC-174C-1BB2-F79AD66451B2}"/>
              </a:ext>
            </a:extLst>
          </p:cNvPr>
          <p:cNvSpPr/>
          <p:nvPr/>
        </p:nvSpPr>
        <p:spPr>
          <a:xfrm>
            <a:off x="1914800" y="2799843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64A62F28-C77E-BADF-7357-CB24254AEC35}"/>
              </a:ext>
            </a:extLst>
          </p:cNvPr>
          <p:cNvSpPr/>
          <p:nvPr/>
        </p:nvSpPr>
        <p:spPr>
          <a:xfrm>
            <a:off x="4057570" y="2800137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06474669-9D9D-5BD1-DF36-C6DF0A80718D}"/>
              </a:ext>
            </a:extLst>
          </p:cNvPr>
          <p:cNvSpPr/>
          <p:nvPr/>
        </p:nvSpPr>
        <p:spPr>
          <a:xfrm>
            <a:off x="3267898" y="2802389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54427A8D-73DD-D591-9C6D-95510C0871C4}"/>
              </a:ext>
            </a:extLst>
          </p:cNvPr>
          <p:cNvSpPr/>
          <p:nvPr/>
        </p:nvSpPr>
        <p:spPr>
          <a:xfrm>
            <a:off x="2610204" y="2799843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763324D3-05F2-1DAF-B480-72C975C8932B}"/>
              </a:ext>
            </a:extLst>
          </p:cNvPr>
          <p:cNvSpPr/>
          <p:nvPr/>
        </p:nvSpPr>
        <p:spPr>
          <a:xfrm>
            <a:off x="4762404" y="2799843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32DE5C-8B70-E800-E700-F5BC8F347423}"/>
              </a:ext>
            </a:extLst>
          </p:cNvPr>
          <p:cNvSpPr txBox="1"/>
          <p:nvPr/>
        </p:nvSpPr>
        <p:spPr>
          <a:xfrm>
            <a:off x="1850852" y="3239549"/>
            <a:ext cx="4780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App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151C16-034A-A6CC-7E12-7E9C1CBFA4CD}"/>
              </a:ext>
            </a:extLst>
          </p:cNvPr>
          <p:cNvSpPr txBox="1"/>
          <p:nvPr/>
        </p:nvSpPr>
        <p:spPr>
          <a:xfrm>
            <a:off x="3903413" y="3239548"/>
            <a:ext cx="6418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Group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E774DA-C07C-8388-0F6C-DA5B7D564A1F}"/>
              </a:ext>
            </a:extLst>
          </p:cNvPr>
          <p:cNvSpPr txBox="1"/>
          <p:nvPr/>
        </p:nvSpPr>
        <p:spPr>
          <a:xfrm>
            <a:off x="4644388" y="3239548"/>
            <a:ext cx="5229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User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06713A-2B3D-4880-FD4F-EFC3D3E27FF4}"/>
              </a:ext>
            </a:extLst>
          </p:cNvPr>
          <p:cNvSpPr txBox="1"/>
          <p:nvPr/>
        </p:nvSpPr>
        <p:spPr>
          <a:xfrm>
            <a:off x="2421635" y="3174938"/>
            <a:ext cx="8178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Service </a:t>
            </a:r>
          </a:p>
          <a:p>
            <a:r>
              <a:rPr lang="en-IN" sz="1400" dirty="0"/>
              <a:t>principal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9BB442-05FF-B52E-5F89-DEB3BC7353A2}"/>
              </a:ext>
            </a:extLst>
          </p:cNvPr>
          <p:cNvSpPr txBox="1"/>
          <p:nvPr/>
        </p:nvSpPr>
        <p:spPr>
          <a:xfrm>
            <a:off x="3176916" y="3239548"/>
            <a:ext cx="6726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Device</a:t>
            </a:r>
            <a:endParaRPr lang="en-IN" dirty="0"/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FDB8209E-0197-2D90-7F26-4D241A472477}"/>
              </a:ext>
            </a:extLst>
          </p:cNvPr>
          <p:cNvSpPr/>
          <p:nvPr/>
        </p:nvSpPr>
        <p:spPr>
          <a:xfrm>
            <a:off x="1670852" y="1444815"/>
            <a:ext cx="288000" cy="1440000"/>
          </a:xfrm>
          <a:prstGeom prst="leftBrace">
            <a:avLst>
              <a:gd name="adj1" fmla="val 59310"/>
              <a:gd name="adj2" fmla="val 4571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C0A95E-CDFF-A586-353B-4F6293A6F04C}"/>
              </a:ext>
            </a:extLst>
          </p:cNvPr>
          <p:cNvSpPr txBox="1"/>
          <p:nvPr/>
        </p:nvSpPr>
        <p:spPr>
          <a:xfrm>
            <a:off x="0" y="1579042"/>
            <a:ext cx="17638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Entra Roles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Graph API Permissions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Object scoped roles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Explicit Ownership</a:t>
            </a:r>
            <a:endParaRPr lang="en-IN" sz="16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079DA7F-AE75-72AE-43D7-125A97C8F471}"/>
              </a:ext>
            </a:extLst>
          </p:cNvPr>
          <p:cNvCxnSpPr>
            <a:cxnSpLocks/>
            <a:stCxn id="5" idx="3"/>
            <a:endCxn id="6" idx="7"/>
          </p:cNvCxnSpPr>
          <p:nvPr/>
        </p:nvCxnSpPr>
        <p:spPr>
          <a:xfrm flipH="1">
            <a:off x="2222079" y="2078031"/>
            <a:ext cx="2892414" cy="7745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223E605-536B-E2B1-E260-F1566E489E55}"/>
              </a:ext>
            </a:extLst>
          </p:cNvPr>
          <p:cNvCxnSpPr>
            <a:cxnSpLocks/>
            <a:stCxn id="5" idx="3"/>
            <a:endCxn id="9" idx="7"/>
          </p:cNvCxnSpPr>
          <p:nvPr/>
        </p:nvCxnSpPr>
        <p:spPr>
          <a:xfrm flipH="1">
            <a:off x="2917483" y="2078031"/>
            <a:ext cx="2197010" cy="7745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76CA553-6928-F395-F6DF-64622DF02A42}"/>
              </a:ext>
            </a:extLst>
          </p:cNvPr>
          <p:cNvCxnSpPr>
            <a:cxnSpLocks/>
            <a:stCxn id="5" idx="3"/>
            <a:endCxn id="8" idx="7"/>
          </p:cNvCxnSpPr>
          <p:nvPr/>
        </p:nvCxnSpPr>
        <p:spPr>
          <a:xfrm flipH="1">
            <a:off x="3575177" y="2078031"/>
            <a:ext cx="1539316" cy="777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71AAEB8-D60E-2197-264D-14812F03390F}"/>
              </a:ext>
            </a:extLst>
          </p:cNvPr>
          <p:cNvCxnSpPr>
            <a:cxnSpLocks/>
            <a:stCxn id="5" idx="3"/>
            <a:endCxn id="7" idx="7"/>
          </p:cNvCxnSpPr>
          <p:nvPr/>
        </p:nvCxnSpPr>
        <p:spPr>
          <a:xfrm flipH="1">
            <a:off x="4364849" y="2078031"/>
            <a:ext cx="749644" cy="7748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714879C-05C7-1C32-BB62-E37B62F6A99F}"/>
              </a:ext>
            </a:extLst>
          </p:cNvPr>
          <p:cNvCxnSpPr>
            <a:cxnSpLocks/>
            <a:stCxn id="5" idx="3"/>
            <a:endCxn id="10" idx="0"/>
          </p:cNvCxnSpPr>
          <p:nvPr/>
        </p:nvCxnSpPr>
        <p:spPr>
          <a:xfrm flipH="1">
            <a:off x="4942404" y="2078031"/>
            <a:ext cx="172089" cy="7218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Flowchart: Connector 37">
            <a:extLst>
              <a:ext uri="{FF2B5EF4-FFF2-40B4-BE49-F238E27FC236}">
                <a16:creationId xmlns:a16="http://schemas.microsoft.com/office/drawing/2014/main" id="{D5F64773-E2FC-F73F-7D23-E9A26D9DF284}"/>
              </a:ext>
            </a:extLst>
          </p:cNvPr>
          <p:cNvSpPr/>
          <p:nvPr/>
        </p:nvSpPr>
        <p:spPr>
          <a:xfrm>
            <a:off x="8365015" y="2799843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CE4D92C-846F-CED1-5AC1-E01946F0D292}"/>
              </a:ext>
            </a:extLst>
          </p:cNvPr>
          <p:cNvCxnSpPr>
            <a:cxnSpLocks/>
            <a:stCxn id="5" idx="5"/>
            <a:endCxn id="38" idx="1"/>
          </p:cNvCxnSpPr>
          <p:nvPr/>
        </p:nvCxnSpPr>
        <p:spPr>
          <a:xfrm>
            <a:off x="5369051" y="2078031"/>
            <a:ext cx="3048685" cy="7745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AE4C843-0514-A43D-1F44-C8C6E873D2AF}"/>
              </a:ext>
            </a:extLst>
          </p:cNvPr>
          <p:cNvSpPr txBox="1"/>
          <p:nvPr/>
        </p:nvSpPr>
        <p:spPr>
          <a:xfrm>
            <a:off x="8283565" y="2409826"/>
            <a:ext cx="2047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Root Management Group</a:t>
            </a:r>
            <a:endParaRPr lang="en-IN" dirty="0"/>
          </a:p>
        </p:txBody>
      </p:sp>
      <p:sp>
        <p:nvSpPr>
          <p:cNvPr id="43" name="Flowchart: Connector 42">
            <a:extLst>
              <a:ext uri="{FF2B5EF4-FFF2-40B4-BE49-F238E27FC236}">
                <a16:creationId xmlns:a16="http://schemas.microsoft.com/office/drawing/2014/main" id="{C69177BB-77CC-0D38-4685-BB16722EEAF6}"/>
              </a:ext>
            </a:extLst>
          </p:cNvPr>
          <p:cNvSpPr/>
          <p:nvPr/>
        </p:nvSpPr>
        <p:spPr>
          <a:xfrm>
            <a:off x="7810038" y="3490850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48" name="Flowchart: Connector 47">
            <a:extLst>
              <a:ext uri="{FF2B5EF4-FFF2-40B4-BE49-F238E27FC236}">
                <a16:creationId xmlns:a16="http://schemas.microsoft.com/office/drawing/2014/main" id="{65860966-B920-2F8B-9AF1-2DD448519A84}"/>
              </a:ext>
            </a:extLst>
          </p:cNvPr>
          <p:cNvSpPr/>
          <p:nvPr/>
        </p:nvSpPr>
        <p:spPr>
          <a:xfrm flipV="1">
            <a:off x="9012848" y="3490850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10E9B7E-C13C-A61E-3FDA-B0011EF94BDB}"/>
              </a:ext>
            </a:extLst>
          </p:cNvPr>
          <p:cNvCxnSpPr>
            <a:cxnSpLocks/>
            <a:stCxn id="38" idx="3"/>
            <a:endCxn id="43" idx="7"/>
          </p:cNvCxnSpPr>
          <p:nvPr/>
        </p:nvCxnSpPr>
        <p:spPr>
          <a:xfrm flipH="1">
            <a:off x="8117316" y="3107122"/>
            <a:ext cx="306000" cy="432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7FA75F1C-64F7-78A6-62F2-FA2749687562}"/>
              </a:ext>
            </a:extLst>
          </p:cNvPr>
          <p:cNvCxnSpPr>
            <a:cxnSpLocks/>
            <a:stCxn id="38" idx="5"/>
            <a:endCxn id="48" idx="3"/>
          </p:cNvCxnSpPr>
          <p:nvPr/>
        </p:nvCxnSpPr>
        <p:spPr>
          <a:xfrm>
            <a:off x="8672294" y="3107122"/>
            <a:ext cx="393275" cy="4364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Flowchart: Connector 88">
            <a:extLst>
              <a:ext uri="{FF2B5EF4-FFF2-40B4-BE49-F238E27FC236}">
                <a16:creationId xmlns:a16="http://schemas.microsoft.com/office/drawing/2014/main" id="{1C0B59D7-E17E-37D4-3408-EC568A129C4C}"/>
              </a:ext>
            </a:extLst>
          </p:cNvPr>
          <p:cNvSpPr/>
          <p:nvPr/>
        </p:nvSpPr>
        <p:spPr>
          <a:xfrm>
            <a:off x="7244792" y="4196583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0" name="Flowchart: Connector 89">
            <a:extLst>
              <a:ext uri="{FF2B5EF4-FFF2-40B4-BE49-F238E27FC236}">
                <a16:creationId xmlns:a16="http://schemas.microsoft.com/office/drawing/2014/main" id="{4DEB8EBF-8A1B-EF58-87B9-8640B5A891BD}"/>
              </a:ext>
            </a:extLst>
          </p:cNvPr>
          <p:cNvSpPr/>
          <p:nvPr/>
        </p:nvSpPr>
        <p:spPr>
          <a:xfrm>
            <a:off x="6708669" y="4887590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16C5F5A2-C2B2-1B7E-472A-9691BFB65C56}"/>
              </a:ext>
            </a:extLst>
          </p:cNvPr>
          <p:cNvCxnSpPr>
            <a:cxnSpLocks/>
            <a:stCxn id="89" idx="3"/>
            <a:endCxn id="90" idx="7"/>
          </p:cNvCxnSpPr>
          <p:nvPr/>
        </p:nvCxnSpPr>
        <p:spPr>
          <a:xfrm flipH="1">
            <a:off x="7015948" y="4503862"/>
            <a:ext cx="281565" cy="4364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507B31AD-3E97-FB60-69FF-1CC9298B2B35}"/>
              </a:ext>
            </a:extLst>
          </p:cNvPr>
          <p:cNvCxnSpPr>
            <a:cxnSpLocks/>
            <a:stCxn id="43" idx="3"/>
            <a:endCxn id="89" idx="7"/>
          </p:cNvCxnSpPr>
          <p:nvPr/>
        </p:nvCxnSpPr>
        <p:spPr>
          <a:xfrm flipH="1">
            <a:off x="7552071" y="3798129"/>
            <a:ext cx="310688" cy="451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Flowchart: Connector 94">
            <a:extLst>
              <a:ext uri="{FF2B5EF4-FFF2-40B4-BE49-F238E27FC236}">
                <a16:creationId xmlns:a16="http://schemas.microsoft.com/office/drawing/2014/main" id="{BD506476-AF92-7432-4639-A117CB2AB310}"/>
              </a:ext>
            </a:extLst>
          </p:cNvPr>
          <p:cNvSpPr/>
          <p:nvPr/>
        </p:nvSpPr>
        <p:spPr>
          <a:xfrm>
            <a:off x="6131470" y="5602750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6" name="Flowchart: Connector 95">
            <a:extLst>
              <a:ext uri="{FF2B5EF4-FFF2-40B4-BE49-F238E27FC236}">
                <a16:creationId xmlns:a16="http://schemas.microsoft.com/office/drawing/2014/main" id="{CD28E107-D310-9564-B8C9-92F454541CD1}"/>
              </a:ext>
            </a:extLst>
          </p:cNvPr>
          <p:cNvSpPr/>
          <p:nvPr/>
        </p:nvSpPr>
        <p:spPr>
          <a:xfrm>
            <a:off x="4701772" y="6152592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68617A30-107D-8260-1B24-26BB5B858B5D}"/>
              </a:ext>
            </a:extLst>
          </p:cNvPr>
          <p:cNvCxnSpPr>
            <a:cxnSpLocks/>
            <a:stCxn id="95" idx="4"/>
            <a:endCxn id="96" idx="7"/>
          </p:cNvCxnSpPr>
          <p:nvPr/>
        </p:nvCxnSpPr>
        <p:spPr>
          <a:xfrm flipH="1">
            <a:off x="5009051" y="5962750"/>
            <a:ext cx="1302419" cy="2425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BF9D8DA9-007C-888E-EB9E-33741E253AB9}"/>
              </a:ext>
            </a:extLst>
          </p:cNvPr>
          <p:cNvCxnSpPr>
            <a:cxnSpLocks/>
            <a:stCxn id="90" idx="3"/>
            <a:endCxn id="95" idx="7"/>
          </p:cNvCxnSpPr>
          <p:nvPr/>
        </p:nvCxnSpPr>
        <p:spPr>
          <a:xfrm flipH="1">
            <a:off x="6438749" y="5194869"/>
            <a:ext cx="322641" cy="4606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" name="Flowchart: Connector 102">
            <a:extLst>
              <a:ext uri="{FF2B5EF4-FFF2-40B4-BE49-F238E27FC236}">
                <a16:creationId xmlns:a16="http://schemas.microsoft.com/office/drawing/2014/main" id="{67CB7208-70B7-69E3-C6E0-A34A15DDF073}"/>
              </a:ext>
            </a:extLst>
          </p:cNvPr>
          <p:cNvSpPr/>
          <p:nvPr/>
        </p:nvSpPr>
        <p:spPr>
          <a:xfrm flipV="1">
            <a:off x="8495944" y="4190005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977140B6-8882-17CF-5488-FE3244883D1A}"/>
              </a:ext>
            </a:extLst>
          </p:cNvPr>
          <p:cNvCxnSpPr>
            <a:cxnSpLocks/>
            <a:endCxn id="103" idx="3"/>
          </p:cNvCxnSpPr>
          <p:nvPr/>
        </p:nvCxnSpPr>
        <p:spPr>
          <a:xfrm>
            <a:off x="8155390" y="3806277"/>
            <a:ext cx="393275" cy="43644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5" name="Flowchart: Connector 104">
            <a:extLst>
              <a:ext uri="{FF2B5EF4-FFF2-40B4-BE49-F238E27FC236}">
                <a16:creationId xmlns:a16="http://schemas.microsoft.com/office/drawing/2014/main" id="{3E533412-C19D-A14A-2829-885064805D8A}"/>
              </a:ext>
            </a:extLst>
          </p:cNvPr>
          <p:cNvSpPr/>
          <p:nvPr/>
        </p:nvSpPr>
        <p:spPr>
          <a:xfrm flipV="1">
            <a:off x="7911479" y="4906443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C98859A8-657B-E3A0-7266-510FB65486C5}"/>
              </a:ext>
            </a:extLst>
          </p:cNvPr>
          <p:cNvCxnSpPr>
            <a:cxnSpLocks/>
            <a:endCxn id="105" idx="3"/>
          </p:cNvCxnSpPr>
          <p:nvPr/>
        </p:nvCxnSpPr>
        <p:spPr>
          <a:xfrm>
            <a:off x="7570925" y="4522715"/>
            <a:ext cx="393275" cy="43644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Flowchart: Connector 108">
            <a:extLst>
              <a:ext uri="{FF2B5EF4-FFF2-40B4-BE49-F238E27FC236}">
                <a16:creationId xmlns:a16="http://schemas.microsoft.com/office/drawing/2014/main" id="{E406C56B-F5FB-E788-6012-2CD633745DEA}"/>
              </a:ext>
            </a:extLst>
          </p:cNvPr>
          <p:cNvSpPr/>
          <p:nvPr/>
        </p:nvSpPr>
        <p:spPr>
          <a:xfrm flipV="1">
            <a:off x="9683721" y="4180578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C37B1CBE-AEA8-15E6-A035-6087FD5E270F}"/>
              </a:ext>
            </a:extLst>
          </p:cNvPr>
          <p:cNvCxnSpPr>
            <a:cxnSpLocks/>
            <a:endCxn id="109" idx="3"/>
          </p:cNvCxnSpPr>
          <p:nvPr/>
        </p:nvCxnSpPr>
        <p:spPr>
          <a:xfrm>
            <a:off x="9343167" y="3796850"/>
            <a:ext cx="393275" cy="43644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1" name="Flowchart: Connector 110">
            <a:extLst>
              <a:ext uri="{FF2B5EF4-FFF2-40B4-BE49-F238E27FC236}">
                <a16:creationId xmlns:a16="http://schemas.microsoft.com/office/drawing/2014/main" id="{FB6D2F1B-1791-B0B8-7164-16FEA88E7221}"/>
              </a:ext>
            </a:extLst>
          </p:cNvPr>
          <p:cNvSpPr/>
          <p:nvPr/>
        </p:nvSpPr>
        <p:spPr>
          <a:xfrm flipV="1">
            <a:off x="10371881" y="4915868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B646568A-BDF9-B58E-4977-D9157F14AEDB}"/>
              </a:ext>
            </a:extLst>
          </p:cNvPr>
          <p:cNvCxnSpPr>
            <a:cxnSpLocks/>
            <a:endCxn id="111" idx="3"/>
          </p:cNvCxnSpPr>
          <p:nvPr/>
        </p:nvCxnSpPr>
        <p:spPr>
          <a:xfrm>
            <a:off x="10031327" y="4532140"/>
            <a:ext cx="393275" cy="43644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3" name="Flowchart: Connector 112">
            <a:extLst>
              <a:ext uri="{FF2B5EF4-FFF2-40B4-BE49-F238E27FC236}">
                <a16:creationId xmlns:a16="http://schemas.microsoft.com/office/drawing/2014/main" id="{10DCF8B6-0E63-3513-F4AE-28D571BFAC5F}"/>
              </a:ext>
            </a:extLst>
          </p:cNvPr>
          <p:cNvSpPr/>
          <p:nvPr/>
        </p:nvSpPr>
        <p:spPr>
          <a:xfrm flipV="1">
            <a:off x="11050610" y="5622878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564F7EB3-E1DC-C8F9-8D65-B5E19AFFC501}"/>
              </a:ext>
            </a:extLst>
          </p:cNvPr>
          <p:cNvCxnSpPr>
            <a:cxnSpLocks/>
            <a:endCxn id="113" idx="3"/>
          </p:cNvCxnSpPr>
          <p:nvPr/>
        </p:nvCxnSpPr>
        <p:spPr>
          <a:xfrm>
            <a:off x="10710056" y="5239150"/>
            <a:ext cx="393275" cy="43644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5" name="Flowchart: Connector 114">
            <a:extLst>
              <a:ext uri="{FF2B5EF4-FFF2-40B4-BE49-F238E27FC236}">
                <a16:creationId xmlns:a16="http://schemas.microsoft.com/office/drawing/2014/main" id="{16FA6EED-5996-4C68-6B0F-FB63E2B16A70}"/>
              </a:ext>
            </a:extLst>
          </p:cNvPr>
          <p:cNvSpPr/>
          <p:nvPr/>
        </p:nvSpPr>
        <p:spPr>
          <a:xfrm flipV="1">
            <a:off x="11729336" y="6329888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6374AB58-ED08-D6CC-CFB7-F9CD92F2E4B5}"/>
              </a:ext>
            </a:extLst>
          </p:cNvPr>
          <p:cNvCxnSpPr>
            <a:cxnSpLocks/>
            <a:endCxn id="115" idx="3"/>
          </p:cNvCxnSpPr>
          <p:nvPr/>
        </p:nvCxnSpPr>
        <p:spPr>
          <a:xfrm>
            <a:off x="11388782" y="5946160"/>
            <a:ext cx="393275" cy="43644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8" name="Flowchart: Connector 117">
            <a:extLst>
              <a:ext uri="{FF2B5EF4-FFF2-40B4-BE49-F238E27FC236}">
                <a16:creationId xmlns:a16="http://schemas.microsoft.com/office/drawing/2014/main" id="{8ED06533-8236-5E81-A9EC-B81E7483D7DF}"/>
              </a:ext>
            </a:extLst>
          </p:cNvPr>
          <p:cNvSpPr/>
          <p:nvPr/>
        </p:nvSpPr>
        <p:spPr>
          <a:xfrm flipV="1">
            <a:off x="9061568" y="4915868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AFFAD02A-2C7F-37D0-CE9F-227C31035B8A}"/>
              </a:ext>
            </a:extLst>
          </p:cNvPr>
          <p:cNvCxnSpPr>
            <a:cxnSpLocks/>
            <a:stCxn id="103" idx="7"/>
            <a:endCxn id="118" idx="3"/>
          </p:cNvCxnSpPr>
          <p:nvPr/>
        </p:nvCxnSpPr>
        <p:spPr>
          <a:xfrm>
            <a:off x="8803223" y="4497284"/>
            <a:ext cx="311066" cy="47130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0" name="Flowchart: Connector 119">
            <a:extLst>
              <a:ext uri="{FF2B5EF4-FFF2-40B4-BE49-F238E27FC236}">
                <a16:creationId xmlns:a16="http://schemas.microsoft.com/office/drawing/2014/main" id="{26504D1B-E392-24EE-BEB0-B0BD716CE0BB}"/>
              </a:ext>
            </a:extLst>
          </p:cNvPr>
          <p:cNvSpPr/>
          <p:nvPr/>
        </p:nvSpPr>
        <p:spPr>
          <a:xfrm flipV="1">
            <a:off x="9688192" y="5602750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1694CEF0-6288-0755-0622-0B02152FBBBA}"/>
              </a:ext>
            </a:extLst>
          </p:cNvPr>
          <p:cNvCxnSpPr>
            <a:cxnSpLocks/>
            <a:stCxn id="118" idx="7"/>
            <a:endCxn id="120" idx="3"/>
          </p:cNvCxnSpPr>
          <p:nvPr/>
        </p:nvCxnSpPr>
        <p:spPr>
          <a:xfrm>
            <a:off x="9368847" y="5223147"/>
            <a:ext cx="372066" cy="43232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2" name="Flowchart: Connector 121">
            <a:extLst>
              <a:ext uri="{FF2B5EF4-FFF2-40B4-BE49-F238E27FC236}">
                <a16:creationId xmlns:a16="http://schemas.microsoft.com/office/drawing/2014/main" id="{B134B5CE-B16E-9B9F-73A0-1155778C21DE}"/>
              </a:ext>
            </a:extLst>
          </p:cNvPr>
          <p:cNvSpPr/>
          <p:nvPr/>
        </p:nvSpPr>
        <p:spPr>
          <a:xfrm flipV="1">
            <a:off x="10371881" y="6308569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1DEA7FD3-A7D2-4B0E-A0DC-922F4A3DF297}"/>
              </a:ext>
            </a:extLst>
          </p:cNvPr>
          <p:cNvCxnSpPr>
            <a:cxnSpLocks/>
            <a:stCxn id="120" idx="7"/>
            <a:endCxn id="122" idx="3"/>
          </p:cNvCxnSpPr>
          <p:nvPr/>
        </p:nvCxnSpPr>
        <p:spPr>
          <a:xfrm>
            <a:off x="9995471" y="5910029"/>
            <a:ext cx="429131" cy="45126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2" name="Flowchart: Connector 131">
            <a:extLst>
              <a:ext uri="{FF2B5EF4-FFF2-40B4-BE49-F238E27FC236}">
                <a16:creationId xmlns:a16="http://schemas.microsoft.com/office/drawing/2014/main" id="{D3654311-0097-FF50-601B-DDF21DBBFC42}"/>
              </a:ext>
            </a:extLst>
          </p:cNvPr>
          <p:cNvSpPr/>
          <p:nvPr/>
        </p:nvSpPr>
        <p:spPr>
          <a:xfrm flipV="1">
            <a:off x="8489850" y="5602750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33" name="Flowchart: Connector 132">
            <a:extLst>
              <a:ext uri="{FF2B5EF4-FFF2-40B4-BE49-F238E27FC236}">
                <a16:creationId xmlns:a16="http://schemas.microsoft.com/office/drawing/2014/main" id="{DEE8BE04-3BF5-CEFE-FD15-543D33059EBC}"/>
              </a:ext>
            </a:extLst>
          </p:cNvPr>
          <p:cNvSpPr/>
          <p:nvPr/>
        </p:nvSpPr>
        <p:spPr>
          <a:xfrm flipV="1">
            <a:off x="9083446" y="6265716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F115829C-CA93-9D04-523D-75E41116170E}"/>
              </a:ext>
            </a:extLst>
          </p:cNvPr>
          <p:cNvCxnSpPr>
            <a:cxnSpLocks/>
            <a:stCxn id="132" idx="7"/>
            <a:endCxn id="133" idx="3"/>
          </p:cNvCxnSpPr>
          <p:nvPr/>
        </p:nvCxnSpPr>
        <p:spPr>
          <a:xfrm>
            <a:off x="8797129" y="5910029"/>
            <a:ext cx="339038" cy="40840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C4677966-773E-1DB6-4EF8-3E7B75D17B25}"/>
              </a:ext>
            </a:extLst>
          </p:cNvPr>
          <p:cNvCxnSpPr>
            <a:cxnSpLocks/>
            <a:stCxn id="105" idx="7"/>
            <a:endCxn id="132" idx="3"/>
          </p:cNvCxnSpPr>
          <p:nvPr/>
        </p:nvCxnSpPr>
        <p:spPr>
          <a:xfrm>
            <a:off x="8218758" y="5213722"/>
            <a:ext cx="323813" cy="44174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2" name="Flowchart: Connector 141">
            <a:extLst>
              <a:ext uri="{FF2B5EF4-FFF2-40B4-BE49-F238E27FC236}">
                <a16:creationId xmlns:a16="http://schemas.microsoft.com/office/drawing/2014/main" id="{DD3CA6D1-8E2C-8F8A-7A5A-71EDA5306A86}"/>
              </a:ext>
            </a:extLst>
          </p:cNvPr>
          <p:cNvSpPr/>
          <p:nvPr/>
        </p:nvSpPr>
        <p:spPr>
          <a:xfrm flipV="1">
            <a:off x="7350774" y="5604320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43" name="Flowchart: Connector 142">
            <a:extLst>
              <a:ext uri="{FF2B5EF4-FFF2-40B4-BE49-F238E27FC236}">
                <a16:creationId xmlns:a16="http://schemas.microsoft.com/office/drawing/2014/main" id="{D2780CF1-202A-C65B-7CD9-54C146983E55}"/>
              </a:ext>
            </a:extLst>
          </p:cNvPr>
          <p:cNvSpPr/>
          <p:nvPr/>
        </p:nvSpPr>
        <p:spPr>
          <a:xfrm flipV="1">
            <a:off x="7944370" y="6267286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F88245CA-98C9-16FE-94D7-30CB7737BF3D}"/>
              </a:ext>
            </a:extLst>
          </p:cNvPr>
          <p:cNvCxnSpPr>
            <a:cxnSpLocks/>
            <a:stCxn id="142" idx="7"/>
            <a:endCxn id="143" idx="3"/>
          </p:cNvCxnSpPr>
          <p:nvPr/>
        </p:nvCxnSpPr>
        <p:spPr>
          <a:xfrm>
            <a:off x="7658053" y="5911599"/>
            <a:ext cx="339038" cy="40840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E1F27477-E3F9-6BCA-7FF1-B7DE9FBA529B}"/>
              </a:ext>
            </a:extLst>
          </p:cNvPr>
          <p:cNvCxnSpPr>
            <a:cxnSpLocks/>
            <a:stCxn id="90" idx="5"/>
            <a:endCxn id="142" idx="3"/>
          </p:cNvCxnSpPr>
          <p:nvPr/>
        </p:nvCxnSpPr>
        <p:spPr>
          <a:xfrm>
            <a:off x="7015948" y="5194869"/>
            <a:ext cx="387547" cy="46217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8" name="Flowchart: Connector 147">
            <a:extLst>
              <a:ext uri="{FF2B5EF4-FFF2-40B4-BE49-F238E27FC236}">
                <a16:creationId xmlns:a16="http://schemas.microsoft.com/office/drawing/2014/main" id="{9D717B32-3EC7-DC7F-6D8C-F98AF42BAD1D}"/>
              </a:ext>
            </a:extLst>
          </p:cNvPr>
          <p:cNvSpPr/>
          <p:nvPr/>
        </p:nvSpPr>
        <p:spPr>
          <a:xfrm flipV="1">
            <a:off x="6708669" y="6152592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8A8ECBDA-E643-E330-0FB4-743E310370E0}"/>
              </a:ext>
            </a:extLst>
          </p:cNvPr>
          <p:cNvCxnSpPr>
            <a:cxnSpLocks/>
            <a:stCxn id="95" idx="4"/>
            <a:endCxn id="148" idx="3"/>
          </p:cNvCxnSpPr>
          <p:nvPr/>
        </p:nvCxnSpPr>
        <p:spPr>
          <a:xfrm>
            <a:off x="6311470" y="5962750"/>
            <a:ext cx="449920" cy="242563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9C8BB6E1-E043-2E5E-875A-430F334F1108}"/>
              </a:ext>
            </a:extLst>
          </p:cNvPr>
          <p:cNvSpPr txBox="1"/>
          <p:nvPr/>
        </p:nvSpPr>
        <p:spPr>
          <a:xfrm>
            <a:off x="6390660" y="3517002"/>
            <a:ext cx="14474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Management Group</a:t>
            </a:r>
            <a:endParaRPr lang="en-IN" sz="1600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35DA5093-796D-1AC7-2FB2-4D92F6F79722}"/>
              </a:ext>
            </a:extLst>
          </p:cNvPr>
          <p:cNvSpPr txBox="1"/>
          <p:nvPr/>
        </p:nvSpPr>
        <p:spPr>
          <a:xfrm>
            <a:off x="5797344" y="4187519"/>
            <a:ext cx="14474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Management Group</a:t>
            </a:r>
            <a:endParaRPr lang="en-IN" sz="1600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131C3A50-8FCE-9779-72CF-9EE52686354A}"/>
              </a:ext>
            </a:extLst>
          </p:cNvPr>
          <p:cNvSpPr txBox="1"/>
          <p:nvPr/>
        </p:nvSpPr>
        <p:spPr>
          <a:xfrm>
            <a:off x="5746464" y="4895134"/>
            <a:ext cx="10183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Subscriptions</a:t>
            </a:r>
            <a:endParaRPr lang="en-IN" sz="1600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60ACEEBD-61B4-CEC7-E6C0-C14663B495AA}"/>
              </a:ext>
            </a:extLst>
          </p:cNvPr>
          <p:cNvSpPr txBox="1"/>
          <p:nvPr/>
        </p:nvSpPr>
        <p:spPr>
          <a:xfrm>
            <a:off x="4905838" y="5575956"/>
            <a:ext cx="12440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Resource Groups</a:t>
            </a:r>
            <a:endParaRPr lang="en-IN" sz="1600" dirty="0"/>
          </a:p>
        </p:txBody>
      </p:sp>
      <p:sp>
        <p:nvSpPr>
          <p:cNvPr id="162" name="Flowchart: Connector 161">
            <a:extLst>
              <a:ext uri="{FF2B5EF4-FFF2-40B4-BE49-F238E27FC236}">
                <a16:creationId xmlns:a16="http://schemas.microsoft.com/office/drawing/2014/main" id="{E818B465-E47D-2896-A53B-2650C678A2FC}"/>
              </a:ext>
            </a:extLst>
          </p:cNvPr>
          <p:cNvSpPr/>
          <p:nvPr/>
        </p:nvSpPr>
        <p:spPr>
          <a:xfrm>
            <a:off x="5458711" y="6139620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63" name="Flowchart: Connector 162">
            <a:extLst>
              <a:ext uri="{FF2B5EF4-FFF2-40B4-BE49-F238E27FC236}">
                <a16:creationId xmlns:a16="http://schemas.microsoft.com/office/drawing/2014/main" id="{9530C213-F11B-B0E5-9E2A-F1B97843A3D9}"/>
              </a:ext>
            </a:extLst>
          </p:cNvPr>
          <p:cNvSpPr/>
          <p:nvPr/>
        </p:nvSpPr>
        <p:spPr>
          <a:xfrm>
            <a:off x="6090819" y="6135586"/>
            <a:ext cx="360000" cy="36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4C859828-022D-270F-851D-C1436B983314}"/>
              </a:ext>
            </a:extLst>
          </p:cNvPr>
          <p:cNvCxnSpPr>
            <a:cxnSpLocks/>
            <a:stCxn id="95" idx="4"/>
            <a:endCxn id="162" idx="7"/>
          </p:cNvCxnSpPr>
          <p:nvPr/>
        </p:nvCxnSpPr>
        <p:spPr>
          <a:xfrm flipH="1">
            <a:off x="5765990" y="5962750"/>
            <a:ext cx="545480" cy="2295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3CE544FE-0DD7-3C6E-2548-AC5CC2DB432B}"/>
              </a:ext>
            </a:extLst>
          </p:cNvPr>
          <p:cNvCxnSpPr>
            <a:cxnSpLocks/>
            <a:stCxn id="95" idx="4"/>
            <a:endCxn id="163" idx="0"/>
          </p:cNvCxnSpPr>
          <p:nvPr/>
        </p:nvCxnSpPr>
        <p:spPr>
          <a:xfrm flipH="1">
            <a:off x="6270819" y="5962750"/>
            <a:ext cx="40651" cy="1728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0ECE6E9F-BA2D-823C-6499-AED49086D057}"/>
              </a:ext>
            </a:extLst>
          </p:cNvPr>
          <p:cNvSpPr txBox="1"/>
          <p:nvPr/>
        </p:nvSpPr>
        <p:spPr>
          <a:xfrm>
            <a:off x="4641158" y="6491923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VMs</a:t>
            </a:r>
            <a:endParaRPr lang="en-IN" sz="1600" dirty="0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BC15B563-CDA0-9D25-CFD4-657D0D7E26F4}"/>
              </a:ext>
            </a:extLst>
          </p:cNvPr>
          <p:cNvSpPr txBox="1"/>
          <p:nvPr/>
        </p:nvSpPr>
        <p:spPr>
          <a:xfrm>
            <a:off x="5311743" y="6467877"/>
            <a:ext cx="7606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Key Vault</a:t>
            </a:r>
            <a:endParaRPr lang="en-IN" sz="1600" dirty="0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CF72EC62-C671-1D57-7E95-1B7F1047CAEE}"/>
              </a:ext>
            </a:extLst>
          </p:cNvPr>
          <p:cNvSpPr txBox="1"/>
          <p:nvPr/>
        </p:nvSpPr>
        <p:spPr>
          <a:xfrm>
            <a:off x="6072400" y="6473429"/>
            <a:ext cx="3626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DB</a:t>
            </a:r>
            <a:endParaRPr lang="en-IN" sz="1600" dirty="0"/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0D21E3BD-E2AF-85AC-2E72-7F21F5C8DBF7}"/>
              </a:ext>
            </a:extLst>
          </p:cNvPr>
          <p:cNvSpPr txBox="1"/>
          <p:nvPr/>
        </p:nvSpPr>
        <p:spPr>
          <a:xfrm>
            <a:off x="6701241" y="6486347"/>
            <a:ext cx="5253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Blobs</a:t>
            </a:r>
            <a:endParaRPr lang="en-IN" sz="1600" dirty="0"/>
          </a:p>
        </p:txBody>
      </p:sp>
      <p:sp>
        <p:nvSpPr>
          <p:cNvPr id="177" name="Left Brace 176">
            <a:extLst>
              <a:ext uri="{FF2B5EF4-FFF2-40B4-BE49-F238E27FC236}">
                <a16:creationId xmlns:a16="http://schemas.microsoft.com/office/drawing/2014/main" id="{C981EEDE-2D7E-A781-A2E5-051AC0F2CECB}"/>
              </a:ext>
            </a:extLst>
          </p:cNvPr>
          <p:cNvSpPr/>
          <p:nvPr/>
        </p:nvSpPr>
        <p:spPr>
          <a:xfrm rot="1813981">
            <a:off x="5326639" y="2210750"/>
            <a:ext cx="465411" cy="3992788"/>
          </a:xfrm>
          <a:prstGeom prst="leftBrace">
            <a:avLst>
              <a:gd name="adj1" fmla="val 36366"/>
              <a:gd name="adj2" fmla="val 56975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B960D716-4714-5C32-2BBF-FF07265A8821}"/>
              </a:ext>
            </a:extLst>
          </p:cNvPr>
          <p:cNvSpPr txBox="1"/>
          <p:nvPr/>
        </p:nvSpPr>
        <p:spPr>
          <a:xfrm>
            <a:off x="3090609" y="3858486"/>
            <a:ext cx="23053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Azure Admin Roles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Attribute based access controls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Keys, Secrets, and Certificates</a:t>
            </a:r>
            <a:endParaRPr lang="en-IN" sz="1600" dirty="0"/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D0DE627D-CCC4-0F31-7D9E-14B31150E43B}"/>
              </a:ext>
            </a:extLst>
          </p:cNvPr>
          <p:cNvSpPr txBox="1"/>
          <p:nvPr/>
        </p:nvSpPr>
        <p:spPr>
          <a:xfrm>
            <a:off x="2364958" y="4635998"/>
            <a:ext cx="248399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Certain objects like key vaults have their own permission model specific to that object </a:t>
            </a:r>
          </a:p>
          <a:p>
            <a:r>
              <a:rPr lang="en-IN" sz="1400" b="1" dirty="0"/>
              <a:t>How much fun is that? </a:t>
            </a:r>
            <a:r>
              <a:rPr lang="en-IN" sz="2400" b="1" dirty="0">
                <a:solidFill>
                  <a:srgbClr val="0070C0"/>
                </a:solidFill>
                <a:sym typeface="Wingdings" panose="05000000000000000000" pitchFamily="2" charset="2"/>
              </a:rPr>
              <a:t></a:t>
            </a:r>
            <a:endParaRPr lang="en-IN" b="1" dirty="0">
              <a:solidFill>
                <a:srgbClr val="0070C0"/>
              </a:solidFill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86E4A5BC-506E-BA0D-6D89-258B7D1D4C0A}"/>
              </a:ext>
            </a:extLst>
          </p:cNvPr>
          <p:cNvSpPr txBox="1"/>
          <p:nvPr/>
        </p:nvSpPr>
        <p:spPr>
          <a:xfrm>
            <a:off x="159252" y="5534561"/>
            <a:ext cx="21696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There is no one click in Azure where you can see all effective permissions of these objects</a:t>
            </a:r>
          </a:p>
        </p:txBody>
      </p:sp>
    </p:spTree>
    <p:extLst>
      <p:ext uri="{BB962C8B-B14F-4D97-AF65-F5344CB8AC3E}">
        <p14:creationId xmlns:p14="http://schemas.microsoft.com/office/powerpoint/2010/main" val="424400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1" dur="10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10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6" dur="10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10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1" dur="1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1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10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10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1" dur="10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10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6" dur="1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1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3" dur="10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10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1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8" dur="10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10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3" dur="10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10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8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3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3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4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8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9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3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4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8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9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3" dur="1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1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8" grpId="0" animBg="1"/>
      <p:bldP spid="89" grpId="0" animBg="1"/>
      <p:bldP spid="90" grpId="0" animBg="1"/>
      <p:bldP spid="95" grpId="0" animBg="1"/>
      <p:bldP spid="96" grpId="0" animBg="1"/>
      <p:bldP spid="103" grpId="0" animBg="1"/>
      <p:bldP spid="105" grpId="0" animBg="1"/>
      <p:bldP spid="109" grpId="0" animBg="1"/>
      <p:bldP spid="111" grpId="0" animBg="1"/>
      <p:bldP spid="113" grpId="0" animBg="1"/>
      <p:bldP spid="115" grpId="0" animBg="1"/>
      <p:bldP spid="118" grpId="0" animBg="1"/>
      <p:bldP spid="120" grpId="0" animBg="1"/>
      <p:bldP spid="122" grpId="0" animBg="1"/>
      <p:bldP spid="132" grpId="0" animBg="1"/>
      <p:bldP spid="133" grpId="0" animBg="1"/>
      <p:bldP spid="142" grpId="0" animBg="1"/>
      <p:bldP spid="143" grpId="0" animBg="1"/>
      <p:bldP spid="148" grpId="0" animBg="1"/>
      <p:bldP spid="152" grpId="0"/>
      <p:bldP spid="158" grpId="0"/>
      <p:bldP spid="159" grpId="0"/>
      <p:bldP spid="160" grpId="0"/>
      <p:bldP spid="162" grpId="0" animBg="1"/>
      <p:bldP spid="163" grpId="0" animBg="1"/>
      <p:bldP spid="173" grpId="0"/>
      <p:bldP spid="174" grpId="0"/>
      <p:bldP spid="175" grpId="0"/>
      <p:bldP spid="17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3669</TotalTime>
  <Words>936</Words>
  <Application>Microsoft Office PowerPoint</Application>
  <PresentationFormat>Widescreen</PresentationFormat>
  <Paragraphs>242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Segoe UI</vt:lpstr>
      <vt:lpstr>Times New Roman</vt:lpstr>
      <vt:lpstr>Wingdings</vt:lpstr>
      <vt:lpstr>Office Theme</vt:lpstr>
      <vt:lpstr>Windows patch download DNS Resolution</vt:lpstr>
      <vt:lpstr>PowerPoint Presentation</vt:lpstr>
      <vt:lpstr>PowerPoint Presentation</vt:lpstr>
      <vt:lpstr>Enterprise DNS architecture</vt:lpstr>
      <vt:lpstr>Security Posture</vt:lpstr>
      <vt:lpstr>Security Posture</vt:lpstr>
      <vt:lpstr>Defense in Depth Architecture</vt:lpstr>
      <vt:lpstr>PowerPoint Presentation</vt:lpstr>
      <vt:lpstr>Cloud Access Security Broker</vt:lpstr>
      <vt:lpstr>RACI Matrix</vt:lpstr>
      <vt:lpstr>PowerPoint Presentation</vt:lpstr>
      <vt:lpstr>Access control in Azure and Microsoft Entra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>sandeep j0352</cp:lastModifiedBy>
  <cp:revision>31</cp:revision>
  <dcterms:created xsi:type="dcterms:W3CDTF">2024-11-20T07:45:21Z</dcterms:created>
  <dcterms:modified xsi:type="dcterms:W3CDTF">2026-03-10T17:17:25Z</dcterms:modified>
</cp:coreProperties>
</file>